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Sora SemiBold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Jhs48sDtm6xNZ63tT0HkGb8M+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SoraSemiBold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Sora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157f628d6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157f628d6_0_4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157f628d6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d157f628d6_0_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157f628d6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d157f628d6_0_5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157f628d6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157f628d6_0_5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solidFill>
          <a:schemeClr val="accen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 txBox="1"/>
          <p:nvPr/>
        </p:nvSpPr>
        <p:spPr>
          <a:xfrm>
            <a:off x="391795" y="434340"/>
            <a:ext cx="13420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Media Graphic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4" name="Google Shape;14;p30"/>
          <p:cNvSpPr/>
          <p:nvPr/>
        </p:nvSpPr>
        <p:spPr>
          <a:xfrm>
            <a:off x="11408758" y="6116955"/>
            <a:ext cx="303817" cy="7410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15;p30"/>
          <p:cNvSpPr txBox="1"/>
          <p:nvPr/>
        </p:nvSpPr>
        <p:spPr>
          <a:xfrm>
            <a:off x="11377763" y="6134100"/>
            <a:ext cx="3658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‹#›</a:t>
            </a:fld>
            <a:endParaRPr sz="10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/>
          <p:nvPr/>
        </p:nvSpPr>
        <p:spPr>
          <a:xfrm>
            <a:off x="11408758" y="6116955"/>
            <a:ext cx="303817" cy="741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7;p26"/>
          <p:cNvSpPr txBox="1"/>
          <p:nvPr/>
        </p:nvSpPr>
        <p:spPr>
          <a:xfrm>
            <a:off x="391795" y="434340"/>
            <a:ext cx="13420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Media</a:t>
            </a:r>
            <a:r>
              <a:rPr b="0" i="0" lang="en-US" sz="1200" u="none" cap="none" strike="noStrike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 Graphic</a:t>
            </a:r>
            <a:endParaRPr sz="1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8" name="Google Shape;8;p26"/>
          <p:cNvSpPr txBox="1"/>
          <p:nvPr/>
        </p:nvSpPr>
        <p:spPr>
          <a:xfrm>
            <a:off x="11377763" y="6134100"/>
            <a:ext cx="3658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‹#›</a:t>
            </a:fld>
            <a:endParaRPr sz="10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0">
          <p15:clr>
            <a:srgbClr val="F26B43"/>
          </p15:clr>
        </p15:guide>
        <p15:guide id="2" pos="302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4020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jpg"/><Relationship Id="rId10" Type="http://schemas.openxmlformats.org/officeDocument/2006/relationships/image" Target="../media/image8.jpg"/><Relationship Id="rId13" Type="http://schemas.openxmlformats.org/officeDocument/2006/relationships/image" Target="../media/image20.jpg"/><Relationship Id="rId12" Type="http://schemas.openxmlformats.org/officeDocument/2006/relationships/image" Target="../media/image14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Relationship Id="rId4" Type="http://schemas.openxmlformats.org/officeDocument/2006/relationships/image" Target="../media/image21.jpg"/><Relationship Id="rId9" Type="http://schemas.openxmlformats.org/officeDocument/2006/relationships/image" Target="../media/image16.jpg"/><Relationship Id="rId15" Type="http://schemas.openxmlformats.org/officeDocument/2006/relationships/image" Target="../media/image27.png"/><Relationship Id="rId14" Type="http://schemas.openxmlformats.org/officeDocument/2006/relationships/image" Target="../media/image23.jpg"/><Relationship Id="rId5" Type="http://schemas.openxmlformats.org/officeDocument/2006/relationships/image" Target="../media/image13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0" y="4520995"/>
            <a:ext cx="8117608" cy="923925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rgbClr val="0A098D"/>
              </a:gs>
              <a:gs pos="100000">
                <a:srgbClr val="0A098D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5" name="Google Shape;25;p1"/>
          <p:cNvGrpSpPr/>
          <p:nvPr/>
        </p:nvGrpSpPr>
        <p:grpSpPr>
          <a:xfrm flipH="1">
            <a:off x="5649058" y="1282568"/>
            <a:ext cx="4509225" cy="5581104"/>
            <a:chOff x="-1" y="0"/>
            <a:chExt cx="7843793" cy="9708325"/>
          </a:xfrm>
        </p:grpSpPr>
        <p:sp>
          <p:nvSpPr>
            <p:cNvPr id="26" name="Google Shape;26;p1"/>
            <p:cNvSpPr/>
            <p:nvPr/>
          </p:nvSpPr>
          <p:spPr>
            <a:xfrm>
              <a:off x="-1" y="2906979"/>
              <a:ext cx="7843793" cy="6801346"/>
            </a:xfrm>
            <a:custGeom>
              <a:rect b="b" l="l" r="r" t="t"/>
              <a:pathLst>
                <a:path extrusionOk="0" h="21403" w="21562">
                  <a:moveTo>
                    <a:pt x="12105" y="6074"/>
                  </a:moveTo>
                  <a:cubicBezTo>
                    <a:pt x="12105" y="6074"/>
                    <a:pt x="11246" y="5790"/>
                    <a:pt x="10960" y="5396"/>
                  </a:cubicBezTo>
                  <a:cubicBezTo>
                    <a:pt x="10960" y="5396"/>
                    <a:pt x="9976" y="6358"/>
                    <a:pt x="8716" y="6379"/>
                  </a:cubicBezTo>
                  <a:cubicBezTo>
                    <a:pt x="7456" y="6401"/>
                    <a:pt x="6888" y="5484"/>
                    <a:pt x="7117" y="5003"/>
                  </a:cubicBezTo>
                  <a:cubicBezTo>
                    <a:pt x="7346" y="4522"/>
                    <a:pt x="8170" y="4632"/>
                    <a:pt x="8800" y="3758"/>
                  </a:cubicBezTo>
                  <a:cubicBezTo>
                    <a:pt x="9430" y="2884"/>
                    <a:pt x="9794" y="1682"/>
                    <a:pt x="11283" y="2250"/>
                  </a:cubicBezTo>
                  <a:cubicBezTo>
                    <a:pt x="11548" y="2351"/>
                    <a:pt x="11842" y="2450"/>
                    <a:pt x="12149" y="2553"/>
                  </a:cubicBezTo>
                  <a:cubicBezTo>
                    <a:pt x="13568" y="3028"/>
                    <a:pt x="15256" y="3589"/>
                    <a:pt x="15522" y="4828"/>
                  </a:cubicBezTo>
                  <a:cubicBezTo>
                    <a:pt x="15847" y="6336"/>
                    <a:pt x="15847" y="8149"/>
                    <a:pt x="16420" y="9416"/>
                  </a:cubicBezTo>
                  <a:cubicBezTo>
                    <a:pt x="16993" y="10684"/>
                    <a:pt x="16726" y="11893"/>
                    <a:pt x="16726" y="11893"/>
                  </a:cubicBezTo>
                  <a:cubicBezTo>
                    <a:pt x="16726" y="11893"/>
                    <a:pt x="20607" y="21112"/>
                    <a:pt x="21562" y="21403"/>
                  </a:cubicBezTo>
                  <a:lnTo>
                    <a:pt x="12946" y="21385"/>
                  </a:lnTo>
                  <a:cubicBezTo>
                    <a:pt x="12946" y="21385"/>
                    <a:pt x="11743" y="16547"/>
                    <a:pt x="11418" y="15869"/>
                  </a:cubicBezTo>
                  <a:cubicBezTo>
                    <a:pt x="11418" y="15869"/>
                    <a:pt x="7389" y="15221"/>
                    <a:pt x="5843" y="12425"/>
                  </a:cubicBezTo>
                  <a:cubicBezTo>
                    <a:pt x="5843" y="12425"/>
                    <a:pt x="3552" y="10811"/>
                    <a:pt x="2368" y="10156"/>
                  </a:cubicBezTo>
                  <a:cubicBezTo>
                    <a:pt x="1184" y="9500"/>
                    <a:pt x="993" y="8541"/>
                    <a:pt x="1680" y="7798"/>
                  </a:cubicBezTo>
                  <a:cubicBezTo>
                    <a:pt x="1680" y="7798"/>
                    <a:pt x="726" y="6357"/>
                    <a:pt x="1757" y="5439"/>
                  </a:cubicBezTo>
                  <a:cubicBezTo>
                    <a:pt x="1757" y="5439"/>
                    <a:pt x="-38" y="4828"/>
                    <a:pt x="0" y="3692"/>
                  </a:cubicBezTo>
                  <a:cubicBezTo>
                    <a:pt x="38" y="2555"/>
                    <a:pt x="993" y="2337"/>
                    <a:pt x="2482" y="2731"/>
                  </a:cubicBezTo>
                  <a:cubicBezTo>
                    <a:pt x="2482" y="2731"/>
                    <a:pt x="382" y="2294"/>
                    <a:pt x="573" y="1158"/>
                  </a:cubicBezTo>
                  <a:cubicBezTo>
                    <a:pt x="764" y="21"/>
                    <a:pt x="1871" y="-197"/>
                    <a:pt x="2673" y="152"/>
                  </a:cubicBezTo>
                  <a:cubicBezTo>
                    <a:pt x="3475" y="502"/>
                    <a:pt x="12105" y="6074"/>
                    <a:pt x="12105" y="6074"/>
                  </a:cubicBezTo>
                  <a:close/>
                </a:path>
              </a:pathLst>
            </a:custGeom>
            <a:solidFill>
              <a:srgbClr val="FEDCB8"/>
            </a:solidFill>
            <a:ln cap="flat" cmpd="sng" w="635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444500" rotWithShape="0" dir="3000000" dist="127000">
                <a:srgbClr val="000000">
                  <a:alpha val="5098"/>
                </a:srgbClr>
              </a:outerShdw>
            </a:effectLst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4234172" y="7269030"/>
              <a:ext cx="2134340" cy="1114965"/>
            </a:xfrm>
            <a:custGeom>
              <a:rect b="b" l="l" r="r" t="t"/>
              <a:pathLst>
                <a:path extrusionOk="0" h="21600" w="20293">
                  <a:moveTo>
                    <a:pt x="3637" y="21600"/>
                  </a:moveTo>
                  <a:cubicBezTo>
                    <a:pt x="3637" y="21600"/>
                    <a:pt x="-962" y="17769"/>
                    <a:pt x="183" y="17472"/>
                  </a:cubicBezTo>
                  <a:cubicBezTo>
                    <a:pt x="1329" y="17176"/>
                    <a:pt x="1380" y="18049"/>
                    <a:pt x="6680" y="14216"/>
                  </a:cubicBezTo>
                  <a:cubicBezTo>
                    <a:pt x="11979" y="10383"/>
                    <a:pt x="20284" y="0"/>
                    <a:pt x="20284" y="0"/>
                  </a:cubicBezTo>
                  <a:cubicBezTo>
                    <a:pt x="20284" y="0"/>
                    <a:pt x="20638" y="11975"/>
                    <a:pt x="17014" y="15233"/>
                  </a:cubicBezTo>
                  <a:cubicBezTo>
                    <a:pt x="13389" y="18492"/>
                    <a:pt x="3637" y="21600"/>
                    <a:pt x="3637" y="21600"/>
                  </a:cubicBezTo>
                  <a:close/>
                </a:path>
              </a:pathLst>
            </a:custGeom>
            <a:solidFill>
              <a:srgbClr val="FFC493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4133805" y="7144754"/>
              <a:ext cx="3155830" cy="2055741"/>
            </a:xfrm>
            <a:custGeom>
              <a:rect b="b" l="l" r="r" t="t"/>
              <a:pathLst>
                <a:path extrusionOk="0" h="20947" w="21439">
                  <a:moveTo>
                    <a:pt x="15500" y="462"/>
                  </a:moveTo>
                  <a:cubicBezTo>
                    <a:pt x="15500" y="462"/>
                    <a:pt x="13858" y="3646"/>
                    <a:pt x="10664" y="6396"/>
                  </a:cubicBezTo>
                  <a:cubicBezTo>
                    <a:pt x="7469" y="9146"/>
                    <a:pt x="3040" y="11187"/>
                    <a:pt x="3040" y="11187"/>
                  </a:cubicBezTo>
                  <a:cubicBezTo>
                    <a:pt x="3040" y="11187"/>
                    <a:pt x="193" y="10075"/>
                    <a:pt x="16" y="11541"/>
                  </a:cubicBezTo>
                  <a:cubicBezTo>
                    <a:pt x="-161" y="13007"/>
                    <a:pt x="1199" y="16179"/>
                    <a:pt x="1199" y="16179"/>
                  </a:cubicBezTo>
                  <a:lnTo>
                    <a:pt x="1724" y="18000"/>
                  </a:lnTo>
                  <a:lnTo>
                    <a:pt x="1431" y="19294"/>
                  </a:lnTo>
                  <a:cubicBezTo>
                    <a:pt x="1431" y="19294"/>
                    <a:pt x="14630" y="20947"/>
                    <a:pt x="14913" y="20947"/>
                  </a:cubicBezTo>
                  <a:cubicBezTo>
                    <a:pt x="15197" y="20947"/>
                    <a:pt x="19445" y="20522"/>
                    <a:pt x="19723" y="20314"/>
                  </a:cubicBezTo>
                  <a:cubicBezTo>
                    <a:pt x="20000" y="20106"/>
                    <a:pt x="21439" y="18670"/>
                    <a:pt x="21439" y="18670"/>
                  </a:cubicBezTo>
                  <a:lnTo>
                    <a:pt x="20861" y="14661"/>
                  </a:lnTo>
                  <a:cubicBezTo>
                    <a:pt x="20861" y="14661"/>
                    <a:pt x="18658" y="9767"/>
                    <a:pt x="18519" y="9206"/>
                  </a:cubicBezTo>
                  <a:cubicBezTo>
                    <a:pt x="18380" y="8646"/>
                    <a:pt x="16466" y="600"/>
                    <a:pt x="16466" y="600"/>
                  </a:cubicBezTo>
                  <a:cubicBezTo>
                    <a:pt x="16466" y="600"/>
                    <a:pt x="15565" y="-653"/>
                    <a:pt x="15500" y="46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4469288" y="7526422"/>
              <a:ext cx="2260888" cy="1528299"/>
            </a:xfrm>
            <a:custGeom>
              <a:rect b="b" l="l" r="r" t="t"/>
              <a:pathLst>
                <a:path extrusionOk="0" h="20393" w="21037">
                  <a:moveTo>
                    <a:pt x="18252" y="0"/>
                  </a:moveTo>
                  <a:cubicBezTo>
                    <a:pt x="18252" y="0"/>
                    <a:pt x="20049" y="10109"/>
                    <a:pt x="20825" y="10854"/>
                  </a:cubicBezTo>
                  <a:cubicBezTo>
                    <a:pt x="21600" y="11599"/>
                    <a:pt x="20042" y="13280"/>
                    <a:pt x="19456" y="12072"/>
                  </a:cubicBezTo>
                  <a:cubicBezTo>
                    <a:pt x="18870" y="10864"/>
                    <a:pt x="17651" y="3689"/>
                    <a:pt x="16627" y="4434"/>
                  </a:cubicBezTo>
                  <a:cubicBezTo>
                    <a:pt x="15604" y="5178"/>
                    <a:pt x="16659" y="7733"/>
                    <a:pt x="17179" y="8667"/>
                  </a:cubicBezTo>
                  <a:cubicBezTo>
                    <a:pt x="17699" y="9601"/>
                    <a:pt x="19068" y="13940"/>
                    <a:pt x="18028" y="14402"/>
                  </a:cubicBezTo>
                  <a:cubicBezTo>
                    <a:pt x="16989" y="14864"/>
                    <a:pt x="17163" y="9933"/>
                    <a:pt x="15150" y="8160"/>
                  </a:cubicBezTo>
                  <a:cubicBezTo>
                    <a:pt x="13137" y="6386"/>
                    <a:pt x="11167" y="6397"/>
                    <a:pt x="12214" y="7982"/>
                  </a:cubicBezTo>
                  <a:cubicBezTo>
                    <a:pt x="13261" y="9567"/>
                    <a:pt x="14127" y="10654"/>
                    <a:pt x="14646" y="13245"/>
                  </a:cubicBezTo>
                  <a:cubicBezTo>
                    <a:pt x="15166" y="15835"/>
                    <a:pt x="13245" y="16654"/>
                    <a:pt x="12866" y="14796"/>
                  </a:cubicBezTo>
                  <a:cubicBezTo>
                    <a:pt x="12486" y="12938"/>
                    <a:pt x="9723" y="7948"/>
                    <a:pt x="9723" y="7948"/>
                  </a:cubicBezTo>
                  <a:cubicBezTo>
                    <a:pt x="9723" y="7948"/>
                    <a:pt x="8610" y="8562"/>
                    <a:pt x="9204" y="9934"/>
                  </a:cubicBezTo>
                  <a:cubicBezTo>
                    <a:pt x="9798" y="11307"/>
                    <a:pt x="12881" y="16648"/>
                    <a:pt x="12435" y="17927"/>
                  </a:cubicBezTo>
                  <a:cubicBezTo>
                    <a:pt x="11989" y="19206"/>
                    <a:pt x="11198" y="17292"/>
                    <a:pt x="9681" y="14205"/>
                  </a:cubicBezTo>
                  <a:cubicBezTo>
                    <a:pt x="8165" y="11119"/>
                    <a:pt x="5872" y="8516"/>
                    <a:pt x="6194" y="10835"/>
                  </a:cubicBezTo>
                  <a:cubicBezTo>
                    <a:pt x="6516" y="13153"/>
                    <a:pt x="9658" y="16296"/>
                    <a:pt x="8956" y="18165"/>
                  </a:cubicBezTo>
                  <a:cubicBezTo>
                    <a:pt x="8254" y="20035"/>
                    <a:pt x="6589" y="15885"/>
                    <a:pt x="5220" y="13899"/>
                  </a:cubicBezTo>
                  <a:cubicBezTo>
                    <a:pt x="3852" y="11912"/>
                    <a:pt x="108" y="9250"/>
                    <a:pt x="1295" y="12481"/>
                  </a:cubicBezTo>
                  <a:cubicBezTo>
                    <a:pt x="2482" y="15711"/>
                    <a:pt x="4783" y="14516"/>
                    <a:pt x="5244" y="16941"/>
                  </a:cubicBezTo>
                  <a:cubicBezTo>
                    <a:pt x="5706" y="19366"/>
                    <a:pt x="4717" y="21600"/>
                    <a:pt x="3611" y="19649"/>
                  </a:cubicBezTo>
                  <a:cubicBezTo>
                    <a:pt x="2506" y="17697"/>
                    <a:pt x="0" y="13063"/>
                    <a:pt x="0" y="13063"/>
                  </a:cubicBezTo>
                </a:path>
              </a:pathLst>
            </a:custGeom>
            <a:noFill/>
            <a:ln cap="flat" cmpd="sng" w="25400">
              <a:solidFill>
                <a:srgbClr val="0F0ED4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820058" y="4707453"/>
              <a:ext cx="2038143" cy="2472681"/>
            </a:xfrm>
            <a:custGeom>
              <a:rect b="b" l="l" r="r" t="t"/>
              <a:pathLst>
                <a:path extrusionOk="0" h="20860" w="19335">
                  <a:moveTo>
                    <a:pt x="17519" y="67"/>
                  </a:moveTo>
                  <a:cubicBezTo>
                    <a:pt x="17519" y="67"/>
                    <a:pt x="17536" y="16930"/>
                    <a:pt x="18171" y="18309"/>
                  </a:cubicBezTo>
                  <a:cubicBezTo>
                    <a:pt x="18807" y="19689"/>
                    <a:pt x="20022" y="20365"/>
                    <a:pt x="18833" y="20737"/>
                  </a:cubicBezTo>
                  <a:cubicBezTo>
                    <a:pt x="17643" y="21108"/>
                    <a:pt x="17426" y="20528"/>
                    <a:pt x="15213" y="20528"/>
                  </a:cubicBezTo>
                  <a:cubicBezTo>
                    <a:pt x="13000" y="20528"/>
                    <a:pt x="6004" y="20771"/>
                    <a:pt x="3220" y="20141"/>
                  </a:cubicBezTo>
                  <a:cubicBezTo>
                    <a:pt x="436" y="19511"/>
                    <a:pt x="-1578" y="11766"/>
                    <a:pt x="1677" y="7139"/>
                  </a:cubicBezTo>
                  <a:cubicBezTo>
                    <a:pt x="4931" y="2513"/>
                    <a:pt x="16599" y="-492"/>
                    <a:pt x="17519" y="67"/>
                  </a:cubicBezTo>
                  <a:close/>
                </a:path>
              </a:pathLst>
            </a:custGeom>
            <a:solidFill>
              <a:srgbClr val="FFC493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1" name="Google Shape;31;p1"/>
            <p:cNvGrpSpPr/>
            <p:nvPr/>
          </p:nvGrpSpPr>
          <p:grpSpPr>
            <a:xfrm>
              <a:off x="721561" y="0"/>
              <a:ext cx="3908933" cy="7039928"/>
              <a:chOff x="0" y="0"/>
              <a:chExt cx="3908932" cy="7039927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0"/>
                <a:ext cx="3908932" cy="7039927"/>
              </a:xfrm>
              <a:custGeom>
                <a:rect b="b" l="l" r="r" t="t"/>
                <a:pathLst>
                  <a:path extrusionOk="0" h="21600" w="21600">
                    <a:moveTo>
                      <a:pt x="21600" y="20550"/>
                    </a:moveTo>
                    <a:cubicBezTo>
                      <a:pt x="21600" y="21130"/>
                      <a:pt x="20617" y="21600"/>
                      <a:pt x="19403" y="21600"/>
                    </a:cubicBezTo>
                    <a:lnTo>
                      <a:pt x="2197" y="21600"/>
                    </a:lnTo>
                    <a:cubicBezTo>
                      <a:pt x="984" y="21600"/>
                      <a:pt x="0" y="21130"/>
                      <a:pt x="0" y="20550"/>
                    </a:cubicBezTo>
                    <a:lnTo>
                      <a:pt x="0" y="1049"/>
                    </a:lnTo>
                    <a:cubicBezTo>
                      <a:pt x="0" y="470"/>
                      <a:pt x="984" y="0"/>
                      <a:pt x="2197" y="0"/>
                    </a:cubicBezTo>
                    <a:lnTo>
                      <a:pt x="19403" y="0"/>
                    </a:lnTo>
                    <a:cubicBezTo>
                      <a:pt x="20617" y="0"/>
                      <a:pt x="21600" y="470"/>
                      <a:pt x="21600" y="1049"/>
                    </a:cubicBezTo>
                    <a:cubicBezTo>
                      <a:pt x="21600" y="1049"/>
                      <a:pt x="21600" y="20550"/>
                      <a:pt x="21600" y="2055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63500">
                <a:solidFill>
                  <a:srgbClr val="000000">
                    <a:alpha val="0"/>
                  </a:srgbClr>
                </a:solidFill>
                <a:prstDash val="solid"/>
                <a:miter lim="400000"/>
                <a:headEnd len="sm" w="sm" type="none"/>
                <a:tailEnd len="sm" w="sm" type="none"/>
              </a:ln>
              <a:effectLst>
                <a:outerShdw blurRad="444500" rotWithShape="0" dir="3000000" dist="127000">
                  <a:srgbClr val="000000">
                    <a:alpha val="5098"/>
                  </a:srgbClr>
                </a:outerShdw>
              </a:effectLst>
            </p:spPr>
            <p:txBody>
              <a:bodyPr anchorCtr="0" anchor="ctr" bIns="19050" lIns="19050" spcFirstLastPara="1" rIns="19050" wrap="square" tIns="19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148308" y="472237"/>
                <a:ext cx="3575610" cy="5322872"/>
              </a:xfrm>
              <a:prstGeom prst="roundRect">
                <a:avLst>
                  <a:gd fmla="val 2350" name="adj"/>
                </a:avLst>
              </a:prstGeom>
              <a:solidFill>
                <a:srgbClr val="F2F2F2"/>
              </a:solidFill>
              <a:ln cap="flat" cmpd="sng" w="25400">
                <a:solidFill>
                  <a:srgbClr val="000000">
                    <a:alpha val="0"/>
                  </a:srgbClr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4" name="Google Shape;34;p1"/>
            <p:cNvSpPr/>
            <p:nvPr/>
          </p:nvSpPr>
          <p:spPr>
            <a:xfrm>
              <a:off x="2338242" y="5993883"/>
              <a:ext cx="692968" cy="692679"/>
            </a:xfrm>
            <a:custGeom>
              <a:rect b="b" l="l" r="r" t="t"/>
              <a:pathLst>
                <a:path extrusionOk="0" h="21600" w="21600">
                  <a:moveTo>
                    <a:pt x="21600" y="10801"/>
                  </a:moveTo>
                  <a:cubicBezTo>
                    <a:pt x="21600" y="4835"/>
                    <a:pt x="16763" y="0"/>
                    <a:pt x="10798" y="0"/>
                  </a:cubicBezTo>
                  <a:cubicBezTo>
                    <a:pt x="4833" y="0"/>
                    <a:pt x="0" y="4835"/>
                    <a:pt x="0" y="10801"/>
                  </a:cubicBezTo>
                  <a:cubicBezTo>
                    <a:pt x="0" y="16763"/>
                    <a:pt x="4833" y="21600"/>
                    <a:pt x="10798" y="21600"/>
                  </a:cubicBezTo>
                  <a:cubicBezTo>
                    <a:pt x="16763" y="21600"/>
                    <a:pt x="21600" y="16763"/>
                    <a:pt x="21600" y="1080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3056896" y="3465614"/>
              <a:ext cx="2535250" cy="1363545"/>
            </a:xfrm>
            <a:custGeom>
              <a:rect b="b" l="l" r="r" t="t"/>
              <a:pathLst>
                <a:path extrusionOk="0" h="19575" w="21151">
                  <a:moveTo>
                    <a:pt x="12603" y="18173"/>
                  </a:moveTo>
                  <a:cubicBezTo>
                    <a:pt x="12603" y="18173"/>
                    <a:pt x="10454" y="16873"/>
                    <a:pt x="9737" y="15073"/>
                  </a:cubicBezTo>
                  <a:cubicBezTo>
                    <a:pt x="9737" y="15073"/>
                    <a:pt x="7277" y="19474"/>
                    <a:pt x="4125" y="19573"/>
                  </a:cubicBezTo>
                  <a:cubicBezTo>
                    <a:pt x="972" y="19673"/>
                    <a:pt x="-449" y="15473"/>
                    <a:pt x="124" y="13274"/>
                  </a:cubicBezTo>
                  <a:cubicBezTo>
                    <a:pt x="698" y="11073"/>
                    <a:pt x="2757" y="11573"/>
                    <a:pt x="4334" y="7574"/>
                  </a:cubicBezTo>
                  <a:cubicBezTo>
                    <a:pt x="5910" y="3573"/>
                    <a:pt x="6820" y="-1927"/>
                    <a:pt x="10546" y="673"/>
                  </a:cubicBezTo>
                  <a:cubicBezTo>
                    <a:pt x="11208" y="1136"/>
                    <a:pt x="11944" y="1588"/>
                    <a:pt x="12712" y="2058"/>
                  </a:cubicBezTo>
                  <a:cubicBezTo>
                    <a:pt x="16262" y="4235"/>
                    <a:pt x="20483" y="6799"/>
                    <a:pt x="21151" y="12474"/>
                  </a:cubicBezTo>
                </a:path>
              </a:pathLst>
            </a:custGeom>
            <a:solidFill>
              <a:srgbClr val="FEDCB8"/>
            </a:solidFill>
            <a:ln cap="flat" cmpd="sng" w="635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" name="Google Shape;36;p1"/>
          <p:cNvGrpSpPr/>
          <p:nvPr/>
        </p:nvGrpSpPr>
        <p:grpSpPr>
          <a:xfrm>
            <a:off x="8185503" y="1923806"/>
            <a:ext cx="857593" cy="1637573"/>
            <a:chOff x="3073393" y="1381575"/>
            <a:chExt cx="2559978" cy="4888277"/>
          </a:xfrm>
        </p:grpSpPr>
        <p:sp>
          <p:nvSpPr>
            <p:cNvPr id="37" name="Google Shape;37;p1"/>
            <p:cNvSpPr/>
            <p:nvPr/>
          </p:nvSpPr>
          <p:spPr>
            <a:xfrm>
              <a:off x="3844925" y="1473994"/>
              <a:ext cx="1692357" cy="965103"/>
            </a:xfrm>
            <a:custGeom>
              <a:rect b="b" l="l" r="r" t="t"/>
              <a:pathLst>
                <a:path extrusionOk="0" h="923544" w="1718129">
                  <a:moveTo>
                    <a:pt x="1060109" y="0"/>
                  </a:moveTo>
                  <a:cubicBezTo>
                    <a:pt x="1359504" y="0"/>
                    <a:pt x="1643000" y="22447"/>
                    <a:pt x="1718129" y="32281"/>
                  </a:cubicBezTo>
                  <a:lnTo>
                    <a:pt x="1718129" y="808101"/>
                  </a:lnTo>
                  <a:lnTo>
                    <a:pt x="1372604" y="808101"/>
                  </a:lnTo>
                  <a:cubicBezTo>
                    <a:pt x="1199870" y="808101"/>
                    <a:pt x="1091911" y="839607"/>
                    <a:pt x="1024436" y="891527"/>
                  </a:cubicBezTo>
                  <a:lnTo>
                    <a:pt x="994304" y="923544"/>
                  </a:lnTo>
                  <a:lnTo>
                    <a:pt x="0" y="923544"/>
                  </a:lnTo>
                  <a:lnTo>
                    <a:pt x="10924" y="836844"/>
                  </a:lnTo>
                  <a:cubicBezTo>
                    <a:pt x="104489" y="292983"/>
                    <a:pt x="512949" y="0"/>
                    <a:pt x="1060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6800" lIns="33650" spcFirstLastPara="1" rIns="33650" wrap="square" tIns="1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144150" y="2439314"/>
              <a:ext cx="2418450" cy="923544"/>
            </a:xfrm>
            <a:custGeom>
              <a:rect b="b" l="l" r="r" t="t"/>
              <a:pathLst>
                <a:path extrusionOk="0" h="923544" w="2418450">
                  <a:moveTo>
                    <a:pt x="698721" y="0"/>
                  </a:moveTo>
                  <a:lnTo>
                    <a:pt x="1682673" y="0"/>
                  </a:lnTo>
                  <a:lnTo>
                    <a:pt x="1669878" y="13595"/>
                  </a:lnTo>
                  <a:cubicBezTo>
                    <a:pt x="1612300" y="99322"/>
                    <a:pt x="1612300" y="214765"/>
                    <a:pt x="1612300" y="333629"/>
                  </a:cubicBezTo>
                  <a:lnTo>
                    <a:pt x="1612300" y="795401"/>
                  </a:lnTo>
                  <a:lnTo>
                    <a:pt x="2418450" y="795401"/>
                  </a:lnTo>
                  <a:lnTo>
                    <a:pt x="2386494" y="923544"/>
                  </a:lnTo>
                  <a:lnTo>
                    <a:pt x="0" y="923544"/>
                  </a:lnTo>
                  <a:lnTo>
                    <a:pt x="0" y="795401"/>
                  </a:lnTo>
                  <a:lnTo>
                    <a:pt x="690938" y="795401"/>
                  </a:lnTo>
                  <a:lnTo>
                    <a:pt x="690938" y="148920"/>
                  </a:lnTo>
                  <a:cubicBezTo>
                    <a:pt x="690938" y="105014"/>
                    <a:pt x="692673" y="62358"/>
                    <a:pt x="696079" y="20966"/>
                  </a:cubicBezTo>
                  <a:lnTo>
                    <a:pt x="6987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6800" lIns="33650" spcFirstLastPara="1" rIns="33650" wrap="square" tIns="1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144151" y="3363765"/>
              <a:ext cx="2382875" cy="923544"/>
            </a:xfrm>
            <a:custGeom>
              <a:rect b="b" l="l" r="r" t="t"/>
              <a:pathLst>
                <a:path extrusionOk="0" h="923544" w="2382875">
                  <a:moveTo>
                    <a:pt x="0" y="0"/>
                  </a:moveTo>
                  <a:lnTo>
                    <a:pt x="2382875" y="0"/>
                  </a:lnTo>
                  <a:lnTo>
                    <a:pt x="2188138" y="780887"/>
                  </a:lnTo>
                  <a:lnTo>
                    <a:pt x="1612300" y="780887"/>
                  </a:lnTo>
                  <a:lnTo>
                    <a:pt x="1612300" y="923544"/>
                  </a:lnTo>
                  <a:lnTo>
                    <a:pt x="690938" y="923544"/>
                  </a:lnTo>
                  <a:lnTo>
                    <a:pt x="690938" y="780887"/>
                  </a:lnTo>
                  <a:lnTo>
                    <a:pt x="0" y="780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800" lIns="33650" spcFirstLastPara="1" rIns="33650" wrap="square" tIns="1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3835088" y="4279598"/>
              <a:ext cx="921362" cy="923543"/>
            </a:xfrm>
            <a:custGeom>
              <a:rect b="b" l="l" r="r" t="t"/>
              <a:pathLst>
                <a:path extrusionOk="0" h="923543" w="921362">
                  <a:moveTo>
                    <a:pt x="0" y="0"/>
                  </a:moveTo>
                  <a:lnTo>
                    <a:pt x="921362" y="0"/>
                  </a:lnTo>
                  <a:lnTo>
                    <a:pt x="921362" y="923543"/>
                  </a:lnTo>
                  <a:lnTo>
                    <a:pt x="0" y="923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6800" lIns="33650" spcFirstLastPara="1" rIns="33650" wrap="square" tIns="1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835088" y="5203142"/>
              <a:ext cx="921362" cy="1066710"/>
            </a:xfrm>
            <a:custGeom>
              <a:rect b="b" l="l" r="r" t="t"/>
              <a:pathLst>
                <a:path extrusionOk="0" h="894516" w="921362">
                  <a:moveTo>
                    <a:pt x="0" y="0"/>
                  </a:moveTo>
                  <a:lnTo>
                    <a:pt x="921362" y="0"/>
                  </a:lnTo>
                  <a:lnTo>
                    <a:pt x="921362" y="894516"/>
                  </a:lnTo>
                  <a:lnTo>
                    <a:pt x="0" y="894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6800" lIns="33650" spcFirstLastPara="1" rIns="33650" wrap="square" tIns="16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3073393" y="1381575"/>
              <a:ext cx="2559978" cy="4887918"/>
            </a:xfrm>
            <a:custGeom>
              <a:rect b="b" l="l" r="r" t="t"/>
              <a:pathLst>
                <a:path extrusionOk="0" h="21600" w="21600">
                  <a:moveTo>
                    <a:pt x="14400" y="12420"/>
                  </a:moveTo>
                  <a:lnTo>
                    <a:pt x="19543" y="12420"/>
                  </a:lnTo>
                  <a:lnTo>
                    <a:pt x="21600" y="8100"/>
                  </a:lnTo>
                  <a:lnTo>
                    <a:pt x="14400" y="8100"/>
                  </a:lnTo>
                  <a:lnTo>
                    <a:pt x="14400" y="5940"/>
                  </a:lnTo>
                  <a:cubicBezTo>
                    <a:pt x="14400" y="4828"/>
                    <a:pt x="14400" y="3780"/>
                    <a:pt x="18514" y="3780"/>
                  </a:cubicBezTo>
                  <a:lnTo>
                    <a:pt x="21600" y="3780"/>
                  </a:lnTo>
                  <a:lnTo>
                    <a:pt x="21600" y="151"/>
                  </a:lnTo>
                  <a:cubicBezTo>
                    <a:pt x="20929" y="105"/>
                    <a:pt x="18397" y="0"/>
                    <a:pt x="15723" y="0"/>
                  </a:cubicBezTo>
                  <a:cubicBezTo>
                    <a:pt x="10138" y="0"/>
                    <a:pt x="6171" y="1790"/>
                    <a:pt x="6171" y="5076"/>
                  </a:cubicBezTo>
                  <a:lnTo>
                    <a:pt x="6171" y="8100"/>
                  </a:lnTo>
                  <a:lnTo>
                    <a:pt x="0" y="8100"/>
                  </a:lnTo>
                  <a:lnTo>
                    <a:pt x="0" y="12420"/>
                  </a:lnTo>
                  <a:lnTo>
                    <a:pt x="6171" y="12420"/>
                  </a:lnTo>
                  <a:lnTo>
                    <a:pt x="6171" y="21600"/>
                  </a:lnTo>
                  <a:lnTo>
                    <a:pt x="14400" y="21600"/>
                  </a:lnTo>
                  <a:lnTo>
                    <a:pt x="14400" y="12420"/>
                  </a:lnTo>
                  <a:close/>
                </a:path>
              </a:pathLst>
            </a:custGeom>
            <a:noFill/>
            <a:ln cap="flat" cmpd="sng" w="84125">
              <a:solidFill>
                <a:schemeClr val="lt1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163574" rotWithShape="0" algn="ctr" dir="3000000" dist="46735">
                <a:srgbClr val="000000">
                  <a:alpha val="10200"/>
                </a:srgbClr>
              </a:outerShdw>
            </a:effectLst>
          </p:spPr>
          <p:txBody>
            <a:bodyPr anchorCtr="0" anchor="ctr" bIns="16800" lIns="16800" spcFirstLastPara="1" rIns="16800" wrap="square" tIns="16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3" name="Google Shape;43;p1"/>
          <p:cNvSpPr/>
          <p:nvPr/>
        </p:nvSpPr>
        <p:spPr>
          <a:xfrm flipH="1">
            <a:off x="8394594" y="2662383"/>
            <a:ext cx="2978409" cy="4241917"/>
          </a:xfrm>
          <a:custGeom>
            <a:rect b="b" l="l" r="r" t="t"/>
            <a:pathLst>
              <a:path extrusionOk="0" h="21297" w="20929">
                <a:moveTo>
                  <a:pt x="15719" y="11321"/>
                </a:moveTo>
                <a:cubicBezTo>
                  <a:pt x="15719" y="11321"/>
                  <a:pt x="15757" y="8420"/>
                  <a:pt x="15967" y="7174"/>
                </a:cubicBezTo>
                <a:cubicBezTo>
                  <a:pt x="16178" y="5928"/>
                  <a:pt x="18528" y="1437"/>
                  <a:pt x="18077" y="578"/>
                </a:cubicBezTo>
                <a:cubicBezTo>
                  <a:pt x="17626" y="-282"/>
                  <a:pt x="16514" y="-303"/>
                  <a:pt x="15672" y="1351"/>
                </a:cubicBezTo>
                <a:cubicBezTo>
                  <a:pt x="14830" y="3006"/>
                  <a:pt x="13296" y="6207"/>
                  <a:pt x="13296" y="6207"/>
                </a:cubicBezTo>
                <a:cubicBezTo>
                  <a:pt x="13296" y="6207"/>
                  <a:pt x="12304" y="5498"/>
                  <a:pt x="11161" y="6121"/>
                </a:cubicBezTo>
                <a:cubicBezTo>
                  <a:pt x="10018" y="6744"/>
                  <a:pt x="10379" y="7346"/>
                  <a:pt x="9085" y="7582"/>
                </a:cubicBezTo>
                <a:cubicBezTo>
                  <a:pt x="7791" y="7819"/>
                  <a:pt x="7310" y="7410"/>
                  <a:pt x="6378" y="8055"/>
                </a:cubicBezTo>
                <a:cubicBezTo>
                  <a:pt x="5445" y="8700"/>
                  <a:pt x="4573" y="7991"/>
                  <a:pt x="4091" y="9495"/>
                </a:cubicBezTo>
                <a:cubicBezTo>
                  <a:pt x="3610" y="10998"/>
                  <a:pt x="4211" y="11837"/>
                  <a:pt x="4061" y="13964"/>
                </a:cubicBezTo>
                <a:cubicBezTo>
                  <a:pt x="3911" y="16091"/>
                  <a:pt x="3369" y="16825"/>
                  <a:pt x="3369" y="16825"/>
                </a:cubicBezTo>
                <a:lnTo>
                  <a:pt x="0" y="21297"/>
                </a:lnTo>
                <a:lnTo>
                  <a:pt x="9416" y="21297"/>
                </a:lnTo>
                <a:cubicBezTo>
                  <a:pt x="9416" y="21297"/>
                  <a:pt x="11913" y="18608"/>
                  <a:pt x="14380" y="16546"/>
                </a:cubicBezTo>
                <a:cubicBezTo>
                  <a:pt x="16847" y="14482"/>
                  <a:pt x="17629" y="14707"/>
                  <a:pt x="18652" y="12430"/>
                </a:cubicBezTo>
                <a:cubicBezTo>
                  <a:pt x="19675" y="10151"/>
                  <a:pt x="19856" y="10715"/>
                  <a:pt x="20096" y="9254"/>
                </a:cubicBezTo>
                <a:cubicBezTo>
                  <a:pt x="20337" y="7793"/>
                  <a:pt x="21600" y="7967"/>
                  <a:pt x="20457" y="7451"/>
                </a:cubicBezTo>
                <a:cubicBezTo>
                  <a:pt x="19314" y="6936"/>
                  <a:pt x="17449" y="7796"/>
                  <a:pt x="17028" y="8956"/>
                </a:cubicBezTo>
                <a:cubicBezTo>
                  <a:pt x="16606" y="10117"/>
                  <a:pt x="16335" y="10676"/>
                  <a:pt x="15719" y="11321"/>
                </a:cubicBezTo>
                <a:close/>
              </a:path>
            </a:pathLst>
          </a:custGeom>
          <a:solidFill>
            <a:srgbClr val="FEDCB8"/>
          </a:solidFill>
          <a:ln cap="flat" cmpd="sng" w="63500">
            <a:solidFill>
              <a:srgbClr val="000000">
                <a:alpha val="0"/>
              </a:srgbClr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444500" rotWithShape="0" dir="3000000" dist="127000">
              <a:srgbClr val="000000">
                <a:alpha val="5098"/>
              </a:srgbClr>
            </a:outerShdw>
          </a:effectLst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" name="Google Shape;44;p1"/>
          <p:cNvSpPr/>
          <p:nvPr/>
        </p:nvSpPr>
        <p:spPr>
          <a:xfrm flipH="1">
            <a:off x="9596481" y="6048636"/>
            <a:ext cx="1707143" cy="505163"/>
          </a:xfrm>
          <a:custGeom>
            <a:rect b="b" l="l" r="r" t="t"/>
            <a:pathLst>
              <a:path extrusionOk="0" h="20966" w="21372">
                <a:moveTo>
                  <a:pt x="0" y="17268"/>
                </a:moveTo>
                <a:cubicBezTo>
                  <a:pt x="0" y="17268"/>
                  <a:pt x="2411" y="5667"/>
                  <a:pt x="2729" y="2517"/>
                </a:cubicBezTo>
                <a:cubicBezTo>
                  <a:pt x="3047" y="-634"/>
                  <a:pt x="4209" y="-594"/>
                  <a:pt x="4621" y="1353"/>
                </a:cubicBezTo>
                <a:cubicBezTo>
                  <a:pt x="5033" y="3300"/>
                  <a:pt x="7860" y="4504"/>
                  <a:pt x="9917" y="6342"/>
                </a:cubicBezTo>
                <a:cubicBezTo>
                  <a:pt x="11975" y="8181"/>
                  <a:pt x="14583" y="9702"/>
                  <a:pt x="16429" y="10041"/>
                </a:cubicBezTo>
                <a:cubicBezTo>
                  <a:pt x="18274" y="10379"/>
                  <a:pt x="20869" y="9763"/>
                  <a:pt x="21234" y="12914"/>
                </a:cubicBezTo>
                <a:cubicBezTo>
                  <a:pt x="21600" y="16064"/>
                  <a:pt x="21122" y="19445"/>
                  <a:pt x="21122" y="19445"/>
                </a:cubicBezTo>
                <a:lnTo>
                  <a:pt x="15023" y="20966"/>
                </a:lnTo>
                <a:lnTo>
                  <a:pt x="0" y="17268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grpSp>
        <p:nvGrpSpPr>
          <p:cNvPr id="46" name="Google Shape;46;p1"/>
          <p:cNvGrpSpPr/>
          <p:nvPr/>
        </p:nvGrpSpPr>
        <p:grpSpPr>
          <a:xfrm>
            <a:off x="979522" y="1401711"/>
            <a:ext cx="5756700" cy="2462212"/>
            <a:chOff x="1019060" y="1644823"/>
            <a:chExt cx="5756700" cy="2462212"/>
          </a:xfrm>
        </p:grpSpPr>
        <p:sp>
          <p:nvSpPr>
            <p:cNvPr id="47" name="Google Shape;47;p1"/>
            <p:cNvSpPr txBox="1"/>
            <p:nvPr/>
          </p:nvSpPr>
          <p:spPr>
            <a:xfrm>
              <a:off x="1019060" y="1644823"/>
              <a:ext cx="5756700" cy="21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chemeClr val="accen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Grupa Schiever</a:t>
              </a:r>
              <a:r>
                <a:rPr lang="en-US" sz="6600">
                  <a:solidFill>
                    <a:schemeClr val="accen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 </a:t>
              </a:r>
              <a:endParaRPr sz="66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  <p:sp>
          <p:nvSpPr>
            <p:cNvPr id="48" name="Google Shape;48;p1"/>
            <p:cNvSpPr txBox="1"/>
            <p:nvPr/>
          </p:nvSpPr>
          <p:spPr>
            <a:xfrm>
              <a:off x="1082940" y="3768481"/>
              <a:ext cx="388975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 mediach </a:t>
              </a:r>
              <a:r>
                <a:rPr lang="en-US" sz="16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społecznościowych</a:t>
              </a:r>
              <a:endPara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49" name="Google Shape;4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 flipH="1">
            <a:off x="4553100" y="3522250"/>
            <a:ext cx="2901500" cy="810375"/>
          </a:xfrm>
          <a:custGeom>
            <a:rect b="b" l="l" r="r" t="t"/>
            <a:pathLst>
              <a:path extrusionOk="0" h="533" w="1426">
                <a:moveTo>
                  <a:pt x="1426" y="523"/>
                </a:moveTo>
                <a:lnTo>
                  <a:pt x="1426" y="7"/>
                </a:lnTo>
                <a:lnTo>
                  <a:pt x="1426" y="0"/>
                </a:lnTo>
                <a:lnTo>
                  <a:pt x="0" y="0"/>
                </a:lnTo>
                <a:lnTo>
                  <a:pt x="0" y="7"/>
                </a:lnTo>
                <a:lnTo>
                  <a:pt x="0" y="523"/>
                </a:lnTo>
                <a:lnTo>
                  <a:pt x="0" y="533"/>
                </a:lnTo>
                <a:lnTo>
                  <a:pt x="1426" y="533"/>
                </a:lnTo>
                <a:lnTo>
                  <a:pt x="1426" y="52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sx="101000" rotWithShape="0" algn="tl" dir="2700000" dist="38100" sy="101000">
              <a:schemeClr val="dk2">
                <a:alpha val="36860"/>
              </a:scheme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5" name="Google Shape;55;p5"/>
          <p:cNvGrpSpPr/>
          <p:nvPr/>
        </p:nvGrpSpPr>
        <p:grpSpPr>
          <a:xfrm>
            <a:off x="3446600" y="857916"/>
            <a:ext cx="5131700" cy="5160174"/>
            <a:chOff x="3224748" y="781671"/>
            <a:chExt cx="5265442" cy="5294658"/>
          </a:xfrm>
        </p:grpSpPr>
        <p:sp>
          <p:nvSpPr>
            <p:cNvPr id="56" name="Google Shape;56;p5"/>
            <p:cNvSpPr/>
            <p:nvPr/>
          </p:nvSpPr>
          <p:spPr>
            <a:xfrm>
              <a:off x="3224748" y="1325262"/>
              <a:ext cx="1077600" cy="77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3253324" y="2815796"/>
              <a:ext cx="1077621" cy="699646"/>
            </a:xfrm>
            <a:custGeom>
              <a:rect b="b" l="l" r="r" t="t"/>
              <a:pathLst>
                <a:path extrusionOk="0" h="535" w="1426">
                  <a:moveTo>
                    <a:pt x="1426" y="0"/>
                  </a:moveTo>
                  <a:lnTo>
                    <a:pt x="0" y="0"/>
                  </a:lnTo>
                  <a:lnTo>
                    <a:pt x="0" y="504"/>
                  </a:lnTo>
                  <a:lnTo>
                    <a:pt x="0" y="535"/>
                  </a:lnTo>
                  <a:lnTo>
                    <a:pt x="1426" y="535"/>
                  </a:lnTo>
                  <a:lnTo>
                    <a:pt x="1426" y="504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367653" y="1222785"/>
              <a:ext cx="2977200" cy="881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 flipH="1">
              <a:off x="7410158" y="2104067"/>
              <a:ext cx="1077621" cy="706957"/>
            </a:xfrm>
            <a:custGeom>
              <a:rect b="b" l="l" r="r" t="t"/>
              <a:pathLst>
                <a:path extrusionOk="0" h="533" w="1426">
                  <a:moveTo>
                    <a:pt x="1426" y="523"/>
                  </a:moveTo>
                  <a:lnTo>
                    <a:pt x="1426" y="7"/>
                  </a:lnTo>
                  <a:lnTo>
                    <a:pt x="1426" y="0"/>
                  </a:lnTo>
                  <a:lnTo>
                    <a:pt x="0" y="0"/>
                  </a:lnTo>
                  <a:lnTo>
                    <a:pt x="0" y="7"/>
                  </a:lnTo>
                  <a:lnTo>
                    <a:pt x="0" y="523"/>
                  </a:lnTo>
                  <a:lnTo>
                    <a:pt x="0" y="533"/>
                  </a:lnTo>
                  <a:lnTo>
                    <a:pt x="1426" y="533"/>
                  </a:lnTo>
                  <a:lnTo>
                    <a:pt x="1426" y="52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4358574" y="2104070"/>
              <a:ext cx="2977117" cy="706957"/>
            </a:xfrm>
            <a:custGeom>
              <a:rect b="b" l="l" r="r" t="t"/>
              <a:pathLst>
                <a:path extrusionOk="0" h="533" w="1426">
                  <a:moveTo>
                    <a:pt x="1426" y="523"/>
                  </a:moveTo>
                  <a:lnTo>
                    <a:pt x="1426" y="7"/>
                  </a:lnTo>
                  <a:lnTo>
                    <a:pt x="1426" y="0"/>
                  </a:lnTo>
                  <a:lnTo>
                    <a:pt x="0" y="0"/>
                  </a:lnTo>
                  <a:lnTo>
                    <a:pt x="0" y="7"/>
                  </a:lnTo>
                  <a:lnTo>
                    <a:pt x="0" y="523"/>
                  </a:lnTo>
                  <a:lnTo>
                    <a:pt x="0" y="533"/>
                  </a:lnTo>
                  <a:lnTo>
                    <a:pt x="1426" y="533"/>
                  </a:lnTo>
                  <a:lnTo>
                    <a:pt x="1426" y="52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4358547" y="2815797"/>
              <a:ext cx="2977146" cy="706957"/>
            </a:xfrm>
            <a:custGeom>
              <a:rect b="b" l="l" r="r" t="t"/>
              <a:pathLst>
                <a:path extrusionOk="0" h="535" w="1426">
                  <a:moveTo>
                    <a:pt x="1426" y="0"/>
                  </a:moveTo>
                  <a:lnTo>
                    <a:pt x="0" y="0"/>
                  </a:lnTo>
                  <a:lnTo>
                    <a:pt x="0" y="504"/>
                  </a:lnTo>
                  <a:lnTo>
                    <a:pt x="0" y="535"/>
                  </a:lnTo>
                  <a:lnTo>
                    <a:pt x="1426" y="535"/>
                  </a:lnTo>
                  <a:lnTo>
                    <a:pt x="1426" y="504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 flipH="1">
              <a:off x="7412591" y="3522754"/>
              <a:ext cx="1077600" cy="83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 flipH="1">
              <a:off x="4352463" y="4330726"/>
              <a:ext cx="2977200" cy="881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sx="101000" rotWithShape="0" algn="tl" dir="2700000" dist="38100" sy="101000">
                <a:schemeClr val="dk2">
                  <a:alpha val="36862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>
              <a:off x="4265342" y="781671"/>
              <a:ext cx="3204662" cy="5294658"/>
              <a:chOff x="2143126" y="1627188"/>
              <a:chExt cx="2884488" cy="4765675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3205163" y="5859463"/>
                <a:ext cx="760413" cy="263525"/>
              </a:xfrm>
              <a:custGeom>
                <a:rect b="b" l="l" r="r" t="t"/>
                <a:pathLst>
                  <a:path extrusionOk="0" h="36" w="104">
                    <a:moveTo>
                      <a:pt x="104" y="22"/>
                    </a:moveTo>
                    <a:cubicBezTo>
                      <a:pt x="104" y="30"/>
                      <a:pt x="98" y="36"/>
                      <a:pt x="90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6" y="36"/>
                      <a:pt x="0" y="30"/>
                      <a:pt x="0" y="2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8" y="0"/>
                      <a:pt x="104" y="6"/>
                      <a:pt x="104" y="14"/>
                    </a:cubicBezTo>
                    <a:lnTo>
                      <a:pt x="104" y="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44500" rotWithShape="0" algn="l" dir="3000000" dist="127000">
                  <a:srgbClr val="000000">
                    <a:alpha val="10196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2143126" y="1627188"/>
                <a:ext cx="2884488" cy="4765675"/>
              </a:xfrm>
              <a:custGeom>
                <a:rect b="b" l="l" r="r" t="t"/>
                <a:pathLst>
                  <a:path extrusionOk="0" h="653" w="394">
                    <a:moveTo>
                      <a:pt x="36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12" y="0"/>
                      <a:pt x="0" y="12"/>
                      <a:pt x="0" y="27"/>
                    </a:cubicBezTo>
                    <a:cubicBezTo>
                      <a:pt x="0" y="626"/>
                      <a:pt x="0" y="626"/>
                      <a:pt x="0" y="626"/>
                    </a:cubicBezTo>
                    <a:cubicBezTo>
                      <a:pt x="0" y="641"/>
                      <a:pt x="12" y="653"/>
                      <a:pt x="27" y="653"/>
                    </a:cubicBezTo>
                    <a:cubicBezTo>
                      <a:pt x="367" y="653"/>
                      <a:pt x="367" y="653"/>
                      <a:pt x="367" y="653"/>
                    </a:cubicBezTo>
                    <a:cubicBezTo>
                      <a:pt x="382" y="653"/>
                      <a:pt x="394" y="641"/>
                      <a:pt x="394" y="626"/>
                    </a:cubicBezTo>
                    <a:cubicBezTo>
                      <a:pt x="394" y="27"/>
                      <a:pt x="394" y="27"/>
                      <a:pt x="394" y="27"/>
                    </a:cubicBezTo>
                    <a:cubicBezTo>
                      <a:pt x="394" y="12"/>
                      <a:pt x="382" y="0"/>
                      <a:pt x="367" y="0"/>
                    </a:cubicBezTo>
                    <a:moveTo>
                      <a:pt x="164" y="18"/>
                    </a:moveTo>
                    <a:cubicBezTo>
                      <a:pt x="229" y="18"/>
                      <a:pt x="229" y="18"/>
                      <a:pt x="229" y="18"/>
                    </a:cubicBezTo>
                    <a:cubicBezTo>
                      <a:pt x="234" y="18"/>
                      <a:pt x="238" y="21"/>
                      <a:pt x="238" y="26"/>
                    </a:cubicBezTo>
                    <a:cubicBezTo>
                      <a:pt x="238" y="30"/>
                      <a:pt x="234" y="34"/>
                      <a:pt x="229" y="34"/>
                    </a:cubicBezTo>
                    <a:cubicBezTo>
                      <a:pt x="164" y="34"/>
                      <a:pt x="164" y="34"/>
                      <a:pt x="164" y="34"/>
                    </a:cubicBezTo>
                    <a:cubicBezTo>
                      <a:pt x="160" y="34"/>
                      <a:pt x="156" y="30"/>
                      <a:pt x="156" y="26"/>
                    </a:cubicBezTo>
                    <a:cubicBezTo>
                      <a:pt x="156" y="21"/>
                      <a:pt x="160" y="18"/>
                      <a:pt x="164" y="18"/>
                    </a:cubicBezTo>
                    <a:moveTo>
                      <a:pt x="251" y="602"/>
                    </a:moveTo>
                    <a:cubicBezTo>
                      <a:pt x="251" y="611"/>
                      <a:pt x="244" y="619"/>
                      <a:pt x="235" y="619"/>
                    </a:cubicBezTo>
                    <a:cubicBezTo>
                      <a:pt x="159" y="619"/>
                      <a:pt x="159" y="619"/>
                      <a:pt x="159" y="619"/>
                    </a:cubicBezTo>
                    <a:cubicBezTo>
                      <a:pt x="150" y="619"/>
                      <a:pt x="143" y="611"/>
                      <a:pt x="143" y="602"/>
                    </a:cubicBezTo>
                    <a:cubicBezTo>
                      <a:pt x="143" y="594"/>
                      <a:pt x="143" y="594"/>
                      <a:pt x="143" y="594"/>
                    </a:cubicBezTo>
                    <a:cubicBezTo>
                      <a:pt x="143" y="585"/>
                      <a:pt x="150" y="578"/>
                      <a:pt x="159" y="578"/>
                    </a:cubicBezTo>
                    <a:cubicBezTo>
                      <a:pt x="235" y="578"/>
                      <a:pt x="235" y="578"/>
                      <a:pt x="235" y="578"/>
                    </a:cubicBezTo>
                    <a:cubicBezTo>
                      <a:pt x="244" y="578"/>
                      <a:pt x="251" y="585"/>
                      <a:pt x="251" y="594"/>
                    </a:cubicBezTo>
                    <a:cubicBezTo>
                      <a:pt x="251" y="602"/>
                      <a:pt x="251" y="602"/>
                      <a:pt x="251" y="602"/>
                    </a:cubicBezTo>
                    <a:moveTo>
                      <a:pt x="377" y="516"/>
                    </a:moveTo>
                    <a:cubicBezTo>
                      <a:pt x="377" y="531"/>
                      <a:pt x="364" y="543"/>
                      <a:pt x="348" y="543"/>
                    </a:cubicBezTo>
                    <a:cubicBezTo>
                      <a:pt x="45" y="543"/>
                      <a:pt x="45" y="543"/>
                      <a:pt x="45" y="543"/>
                    </a:cubicBezTo>
                    <a:cubicBezTo>
                      <a:pt x="29" y="543"/>
                      <a:pt x="17" y="531"/>
                      <a:pt x="17" y="516"/>
                    </a:cubicBezTo>
                    <a:cubicBezTo>
                      <a:pt x="17" y="87"/>
                      <a:pt x="17" y="87"/>
                      <a:pt x="17" y="87"/>
                    </a:cubicBezTo>
                    <a:cubicBezTo>
                      <a:pt x="17" y="72"/>
                      <a:pt x="29" y="60"/>
                      <a:pt x="45" y="60"/>
                    </a:cubicBezTo>
                    <a:cubicBezTo>
                      <a:pt x="348" y="60"/>
                      <a:pt x="348" y="60"/>
                      <a:pt x="348" y="60"/>
                    </a:cubicBezTo>
                    <a:cubicBezTo>
                      <a:pt x="364" y="60"/>
                      <a:pt x="377" y="72"/>
                      <a:pt x="377" y="87"/>
                    </a:cubicBezTo>
                    <a:cubicBezTo>
                      <a:pt x="377" y="516"/>
                      <a:pt x="377" y="516"/>
                      <a:pt x="377" y="516"/>
                    </a:cubicBezTo>
                  </a:path>
                </a:pathLst>
              </a:custGeom>
              <a:solidFill>
                <a:srgbClr val="3F3F3F"/>
              </a:solidFill>
              <a:ln>
                <a:noFill/>
              </a:ln>
              <a:effectLst>
                <a:outerShdw blurRad="444500" rotWithShape="0" algn="l" dir="3000000" dist="127000">
                  <a:srgbClr val="000000">
                    <a:alpha val="10196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2143126" y="1627188"/>
                <a:ext cx="2555875" cy="4765675"/>
              </a:xfrm>
              <a:custGeom>
                <a:rect b="b" l="l" r="r" t="t"/>
                <a:pathLst>
                  <a:path extrusionOk="0" h="653" w="349">
                    <a:moveTo>
                      <a:pt x="156" y="26"/>
                    </a:move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21"/>
                      <a:pt x="160" y="18"/>
                      <a:pt x="164" y="18"/>
                    </a:cubicBezTo>
                    <a:cubicBezTo>
                      <a:pt x="229" y="18"/>
                      <a:pt x="229" y="18"/>
                      <a:pt x="229" y="18"/>
                    </a:cubicBezTo>
                    <a:cubicBezTo>
                      <a:pt x="234" y="18"/>
                      <a:pt x="238" y="21"/>
                      <a:pt x="238" y="26"/>
                    </a:cubicBezTo>
                    <a:cubicBezTo>
                      <a:pt x="238" y="26"/>
                      <a:pt x="238" y="26"/>
                      <a:pt x="238" y="26"/>
                    </a:cubicBezTo>
                    <a:cubicBezTo>
                      <a:pt x="238" y="26"/>
                      <a:pt x="238" y="26"/>
                      <a:pt x="238" y="26"/>
                    </a:cubicBezTo>
                    <a:cubicBezTo>
                      <a:pt x="238" y="30"/>
                      <a:pt x="234" y="34"/>
                      <a:pt x="229" y="34"/>
                    </a:cubicBezTo>
                    <a:cubicBezTo>
                      <a:pt x="164" y="34"/>
                      <a:pt x="164" y="34"/>
                      <a:pt x="164" y="34"/>
                    </a:cubicBezTo>
                    <a:cubicBezTo>
                      <a:pt x="160" y="34"/>
                      <a:pt x="156" y="30"/>
                      <a:pt x="156" y="26"/>
                    </a:cubicBezTo>
                    <a:cubicBezTo>
                      <a:pt x="156" y="26"/>
                      <a:pt x="156" y="26"/>
                      <a:pt x="156" y="26"/>
                    </a:cubicBezTo>
                    <a:moveTo>
                      <a:pt x="349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12" y="0"/>
                      <a:pt x="0" y="12"/>
                      <a:pt x="0" y="27"/>
                    </a:cubicBezTo>
                    <a:cubicBezTo>
                      <a:pt x="0" y="626"/>
                      <a:pt x="0" y="626"/>
                      <a:pt x="0" y="626"/>
                    </a:cubicBezTo>
                    <a:cubicBezTo>
                      <a:pt x="0" y="641"/>
                      <a:pt x="12" y="653"/>
                      <a:pt x="27" y="653"/>
                    </a:cubicBezTo>
                    <a:cubicBezTo>
                      <a:pt x="108" y="653"/>
                      <a:pt x="108" y="653"/>
                      <a:pt x="108" y="653"/>
                    </a:cubicBezTo>
                    <a:cubicBezTo>
                      <a:pt x="149" y="543"/>
                      <a:pt x="149" y="543"/>
                      <a:pt x="149" y="543"/>
                    </a:cubicBezTo>
                    <a:cubicBezTo>
                      <a:pt x="45" y="543"/>
                      <a:pt x="45" y="543"/>
                      <a:pt x="45" y="543"/>
                    </a:cubicBezTo>
                    <a:cubicBezTo>
                      <a:pt x="29" y="543"/>
                      <a:pt x="17" y="531"/>
                      <a:pt x="17" y="516"/>
                    </a:cubicBezTo>
                    <a:cubicBezTo>
                      <a:pt x="17" y="87"/>
                      <a:pt x="17" y="87"/>
                      <a:pt x="17" y="87"/>
                    </a:cubicBezTo>
                    <a:cubicBezTo>
                      <a:pt x="17" y="87"/>
                      <a:pt x="17" y="87"/>
                      <a:pt x="17" y="87"/>
                    </a:cubicBezTo>
                    <a:cubicBezTo>
                      <a:pt x="17" y="72"/>
                      <a:pt x="29" y="60"/>
                      <a:pt x="45" y="60"/>
                    </a:cubicBezTo>
                    <a:cubicBezTo>
                      <a:pt x="327" y="60"/>
                      <a:pt x="327" y="60"/>
                      <a:pt x="327" y="60"/>
                    </a:cubicBezTo>
                    <a:cubicBezTo>
                      <a:pt x="349" y="0"/>
                      <a:pt x="349" y="0"/>
                      <a:pt x="349" y="0"/>
                    </a:cubicBezTo>
                  </a:path>
                </a:pathLst>
              </a:custGeom>
              <a:solidFill>
                <a:schemeClr val="lt1">
                  <a:alpha val="10196"/>
                </a:schemeClr>
              </a:solidFill>
              <a:ln>
                <a:noFill/>
              </a:ln>
              <a:effectLst>
                <a:outerShdw blurRad="444500" rotWithShape="0" algn="l" dir="3000000" dist="127000">
                  <a:srgbClr val="000000">
                    <a:alpha val="10196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8" name="Google Shape;68;p5"/>
            <p:cNvSpPr txBox="1"/>
            <p:nvPr/>
          </p:nvSpPr>
          <p:spPr>
            <a:xfrm>
              <a:off x="4583781" y="1471010"/>
              <a:ext cx="25146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27 752</a:t>
              </a: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 </a:t>
              </a:r>
              <a:r>
                <a:rPr lang="en-US" sz="16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Obserwujących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5"/>
            <p:cNvSpPr txBox="1"/>
            <p:nvPr/>
          </p:nvSpPr>
          <p:spPr>
            <a:xfrm>
              <a:off x="4536592" y="2270522"/>
              <a:ext cx="27930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2 446</a:t>
              </a: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 </a:t>
              </a:r>
              <a:r>
                <a:rPr lang="en-US" sz="16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Obserwujących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" name="Google Shape;70;p5"/>
            <p:cNvSpPr txBox="1"/>
            <p:nvPr/>
          </p:nvSpPr>
          <p:spPr>
            <a:xfrm>
              <a:off x="4509828" y="2950383"/>
              <a:ext cx="2885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2 262</a:t>
              </a: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 </a:t>
              </a:r>
              <a:r>
                <a:rPr lang="en-US" sz="16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Obserwujących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4536595" y="3737278"/>
              <a:ext cx="26922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881</a:t>
              </a:r>
              <a:r>
                <a:rPr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 </a:t>
              </a:r>
              <a:r>
                <a:rPr lang="en-US" sz="16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Obserwujących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767953" y="3755114"/>
              <a:ext cx="366876" cy="366876"/>
            </a:xfrm>
            <a:custGeom>
              <a:rect b="b" l="l" r="r" t="t"/>
              <a:pathLst>
                <a:path extrusionOk="0" h="21600" w="21600">
                  <a:moveTo>
                    <a:pt x="10800" y="7560"/>
                  </a:moveTo>
                  <a:cubicBezTo>
                    <a:pt x="9011" y="7560"/>
                    <a:pt x="7560" y="9011"/>
                    <a:pt x="7560" y="10800"/>
                  </a:cubicBezTo>
                  <a:cubicBezTo>
                    <a:pt x="7560" y="12589"/>
                    <a:pt x="9011" y="14040"/>
                    <a:pt x="10800" y="14040"/>
                  </a:cubicBezTo>
                  <a:cubicBezTo>
                    <a:pt x="12589" y="14040"/>
                    <a:pt x="14040" y="12589"/>
                    <a:pt x="14040" y="10800"/>
                  </a:cubicBezTo>
                  <a:cubicBezTo>
                    <a:pt x="14040" y="9011"/>
                    <a:pt x="12589" y="7560"/>
                    <a:pt x="10800" y="7560"/>
                  </a:cubicBezTo>
                  <a:close/>
                  <a:moveTo>
                    <a:pt x="10800" y="5400"/>
                  </a:moveTo>
                  <a:cubicBezTo>
                    <a:pt x="13782" y="5400"/>
                    <a:pt x="16200" y="7818"/>
                    <a:pt x="16200" y="10800"/>
                  </a:cubicBezTo>
                  <a:cubicBezTo>
                    <a:pt x="16200" y="13782"/>
                    <a:pt x="13782" y="16200"/>
                    <a:pt x="10800" y="16200"/>
                  </a:cubicBezTo>
                  <a:cubicBezTo>
                    <a:pt x="7818" y="16200"/>
                    <a:pt x="5400" y="13782"/>
                    <a:pt x="5400" y="10800"/>
                  </a:cubicBezTo>
                  <a:cubicBezTo>
                    <a:pt x="5400" y="7818"/>
                    <a:pt x="7818" y="5400"/>
                    <a:pt x="10800" y="5400"/>
                  </a:cubicBezTo>
                  <a:close/>
                  <a:moveTo>
                    <a:pt x="17820" y="5130"/>
                  </a:moveTo>
                  <a:cubicBezTo>
                    <a:pt x="17820" y="5876"/>
                    <a:pt x="17216" y="6480"/>
                    <a:pt x="16470" y="6480"/>
                  </a:cubicBezTo>
                  <a:cubicBezTo>
                    <a:pt x="15724" y="6480"/>
                    <a:pt x="15120" y="5876"/>
                    <a:pt x="15120" y="5130"/>
                  </a:cubicBezTo>
                  <a:cubicBezTo>
                    <a:pt x="15120" y="4384"/>
                    <a:pt x="15724" y="3780"/>
                    <a:pt x="16470" y="3780"/>
                  </a:cubicBezTo>
                  <a:cubicBezTo>
                    <a:pt x="17216" y="3780"/>
                    <a:pt x="17820" y="4384"/>
                    <a:pt x="17820" y="5130"/>
                  </a:cubicBezTo>
                  <a:close/>
                  <a:moveTo>
                    <a:pt x="10800" y="2160"/>
                  </a:moveTo>
                  <a:cubicBezTo>
                    <a:pt x="8128" y="2160"/>
                    <a:pt x="7692" y="2168"/>
                    <a:pt x="6449" y="2223"/>
                  </a:cubicBezTo>
                  <a:cubicBezTo>
                    <a:pt x="5602" y="2263"/>
                    <a:pt x="5034" y="2376"/>
                    <a:pt x="4507" y="2581"/>
                  </a:cubicBezTo>
                  <a:cubicBezTo>
                    <a:pt x="4038" y="2763"/>
                    <a:pt x="3700" y="2980"/>
                    <a:pt x="3340" y="3340"/>
                  </a:cubicBezTo>
                  <a:cubicBezTo>
                    <a:pt x="3002" y="3667"/>
                    <a:pt x="2742" y="4066"/>
                    <a:pt x="2580" y="4507"/>
                  </a:cubicBezTo>
                  <a:cubicBezTo>
                    <a:pt x="2375" y="5036"/>
                    <a:pt x="2261" y="5603"/>
                    <a:pt x="2223" y="6449"/>
                  </a:cubicBezTo>
                  <a:cubicBezTo>
                    <a:pt x="2166" y="7641"/>
                    <a:pt x="2160" y="8058"/>
                    <a:pt x="2160" y="10800"/>
                  </a:cubicBezTo>
                  <a:cubicBezTo>
                    <a:pt x="2160" y="13472"/>
                    <a:pt x="2168" y="13908"/>
                    <a:pt x="2223" y="15151"/>
                  </a:cubicBezTo>
                  <a:cubicBezTo>
                    <a:pt x="2263" y="15997"/>
                    <a:pt x="2376" y="16566"/>
                    <a:pt x="2580" y="17092"/>
                  </a:cubicBezTo>
                  <a:cubicBezTo>
                    <a:pt x="2764" y="17562"/>
                    <a:pt x="2980" y="17900"/>
                    <a:pt x="3338" y="18259"/>
                  </a:cubicBezTo>
                  <a:cubicBezTo>
                    <a:pt x="3702" y="18621"/>
                    <a:pt x="4040" y="18838"/>
                    <a:pt x="4505" y="19018"/>
                  </a:cubicBezTo>
                  <a:cubicBezTo>
                    <a:pt x="5038" y="19224"/>
                    <a:pt x="5606" y="19339"/>
                    <a:pt x="6449" y="19377"/>
                  </a:cubicBezTo>
                  <a:cubicBezTo>
                    <a:pt x="7641" y="19434"/>
                    <a:pt x="8058" y="19440"/>
                    <a:pt x="10800" y="19440"/>
                  </a:cubicBezTo>
                  <a:cubicBezTo>
                    <a:pt x="13472" y="19440"/>
                    <a:pt x="13908" y="19432"/>
                    <a:pt x="15151" y="19377"/>
                  </a:cubicBezTo>
                  <a:cubicBezTo>
                    <a:pt x="15996" y="19337"/>
                    <a:pt x="16565" y="19224"/>
                    <a:pt x="17092" y="19020"/>
                  </a:cubicBezTo>
                  <a:cubicBezTo>
                    <a:pt x="17560" y="18837"/>
                    <a:pt x="17900" y="18620"/>
                    <a:pt x="18259" y="18262"/>
                  </a:cubicBezTo>
                  <a:cubicBezTo>
                    <a:pt x="18622" y="17898"/>
                    <a:pt x="18840" y="17560"/>
                    <a:pt x="19019" y="17095"/>
                  </a:cubicBezTo>
                  <a:cubicBezTo>
                    <a:pt x="19224" y="16563"/>
                    <a:pt x="19339" y="15994"/>
                    <a:pt x="19377" y="15151"/>
                  </a:cubicBezTo>
                  <a:cubicBezTo>
                    <a:pt x="19434" y="13959"/>
                    <a:pt x="19440" y="13542"/>
                    <a:pt x="19440" y="10800"/>
                  </a:cubicBezTo>
                  <a:cubicBezTo>
                    <a:pt x="19440" y="8128"/>
                    <a:pt x="19432" y="7692"/>
                    <a:pt x="19377" y="6449"/>
                  </a:cubicBezTo>
                  <a:cubicBezTo>
                    <a:pt x="19337" y="5604"/>
                    <a:pt x="19224" y="5034"/>
                    <a:pt x="19019" y="4507"/>
                  </a:cubicBezTo>
                  <a:cubicBezTo>
                    <a:pt x="18856" y="4066"/>
                    <a:pt x="18597" y="3668"/>
                    <a:pt x="18260" y="3340"/>
                  </a:cubicBezTo>
                  <a:cubicBezTo>
                    <a:pt x="17933" y="3002"/>
                    <a:pt x="17534" y="2742"/>
                    <a:pt x="17093" y="2580"/>
                  </a:cubicBezTo>
                  <a:cubicBezTo>
                    <a:pt x="16564" y="2375"/>
                    <a:pt x="15996" y="2261"/>
                    <a:pt x="15151" y="2223"/>
                  </a:cubicBezTo>
                  <a:cubicBezTo>
                    <a:pt x="13959" y="2166"/>
                    <a:pt x="13542" y="2160"/>
                    <a:pt x="10800" y="2160"/>
                  </a:cubicBezTo>
                  <a:close/>
                  <a:moveTo>
                    <a:pt x="10800" y="0"/>
                  </a:moveTo>
                  <a:cubicBezTo>
                    <a:pt x="13734" y="0"/>
                    <a:pt x="14100" y="11"/>
                    <a:pt x="15252" y="65"/>
                  </a:cubicBezTo>
                  <a:cubicBezTo>
                    <a:pt x="16402" y="119"/>
                    <a:pt x="17185" y="299"/>
                    <a:pt x="17874" y="567"/>
                  </a:cubicBezTo>
                  <a:cubicBezTo>
                    <a:pt x="18587" y="841"/>
                    <a:pt x="19187" y="1213"/>
                    <a:pt x="19788" y="1812"/>
                  </a:cubicBezTo>
                  <a:cubicBezTo>
                    <a:pt x="20337" y="2352"/>
                    <a:pt x="20762" y="3005"/>
                    <a:pt x="21033" y="3726"/>
                  </a:cubicBezTo>
                  <a:cubicBezTo>
                    <a:pt x="21300" y="4414"/>
                    <a:pt x="21481" y="5198"/>
                    <a:pt x="21535" y="6348"/>
                  </a:cubicBezTo>
                  <a:cubicBezTo>
                    <a:pt x="21586" y="7500"/>
                    <a:pt x="21600" y="7866"/>
                    <a:pt x="21600" y="10800"/>
                  </a:cubicBezTo>
                  <a:cubicBezTo>
                    <a:pt x="21600" y="13734"/>
                    <a:pt x="21589" y="14100"/>
                    <a:pt x="21535" y="15252"/>
                  </a:cubicBezTo>
                  <a:cubicBezTo>
                    <a:pt x="21481" y="16402"/>
                    <a:pt x="21300" y="17185"/>
                    <a:pt x="21033" y="17874"/>
                  </a:cubicBezTo>
                  <a:cubicBezTo>
                    <a:pt x="20763" y="18595"/>
                    <a:pt x="20338" y="19248"/>
                    <a:pt x="19788" y="19788"/>
                  </a:cubicBezTo>
                  <a:cubicBezTo>
                    <a:pt x="19248" y="20337"/>
                    <a:pt x="18595" y="20762"/>
                    <a:pt x="17874" y="21033"/>
                  </a:cubicBezTo>
                  <a:cubicBezTo>
                    <a:pt x="17186" y="21300"/>
                    <a:pt x="16402" y="21481"/>
                    <a:pt x="15252" y="21535"/>
                  </a:cubicBezTo>
                  <a:cubicBezTo>
                    <a:pt x="14100" y="21586"/>
                    <a:pt x="13734" y="21600"/>
                    <a:pt x="10800" y="21600"/>
                  </a:cubicBezTo>
                  <a:cubicBezTo>
                    <a:pt x="7866" y="21600"/>
                    <a:pt x="7500" y="21589"/>
                    <a:pt x="6348" y="21535"/>
                  </a:cubicBezTo>
                  <a:cubicBezTo>
                    <a:pt x="5198" y="21481"/>
                    <a:pt x="4415" y="21300"/>
                    <a:pt x="3726" y="21033"/>
                  </a:cubicBezTo>
                  <a:cubicBezTo>
                    <a:pt x="3005" y="20762"/>
                    <a:pt x="2352" y="20337"/>
                    <a:pt x="1812" y="19788"/>
                  </a:cubicBezTo>
                  <a:cubicBezTo>
                    <a:pt x="1263" y="19248"/>
                    <a:pt x="838" y="18595"/>
                    <a:pt x="567" y="17874"/>
                  </a:cubicBezTo>
                  <a:cubicBezTo>
                    <a:pt x="299" y="17186"/>
                    <a:pt x="119" y="16402"/>
                    <a:pt x="65" y="15252"/>
                  </a:cubicBezTo>
                  <a:cubicBezTo>
                    <a:pt x="14" y="14100"/>
                    <a:pt x="0" y="13734"/>
                    <a:pt x="0" y="10800"/>
                  </a:cubicBezTo>
                  <a:cubicBezTo>
                    <a:pt x="0" y="7866"/>
                    <a:pt x="11" y="7500"/>
                    <a:pt x="65" y="6348"/>
                  </a:cubicBezTo>
                  <a:cubicBezTo>
                    <a:pt x="119" y="5197"/>
                    <a:pt x="299" y="4415"/>
                    <a:pt x="567" y="3726"/>
                  </a:cubicBezTo>
                  <a:cubicBezTo>
                    <a:pt x="837" y="3005"/>
                    <a:pt x="1262" y="2352"/>
                    <a:pt x="1812" y="1812"/>
                  </a:cubicBezTo>
                  <a:cubicBezTo>
                    <a:pt x="2352" y="1263"/>
                    <a:pt x="3005" y="838"/>
                    <a:pt x="3726" y="567"/>
                  </a:cubicBezTo>
                  <a:cubicBezTo>
                    <a:pt x="4415" y="299"/>
                    <a:pt x="5197" y="119"/>
                    <a:pt x="6348" y="65"/>
                  </a:cubicBezTo>
                  <a:cubicBezTo>
                    <a:pt x="7500" y="14"/>
                    <a:pt x="7866" y="0"/>
                    <a:pt x="108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3" name="Google Shape;73;p5"/>
          <p:cNvSpPr txBox="1"/>
          <p:nvPr/>
        </p:nvSpPr>
        <p:spPr>
          <a:xfrm flipH="1">
            <a:off x="924508" y="1590790"/>
            <a:ext cx="183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bi1 Facebook</a:t>
            </a:r>
            <a:endParaRPr/>
          </a:p>
        </p:txBody>
      </p:sp>
      <p:grpSp>
        <p:nvGrpSpPr>
          <p:cNvPr id="74" name="Google Shape;74;p5"/>
          <p:cNvGrpSpPr/>
          <p:nvPr/>
        </p:nvGrpSpPr>
        <p:grpSpPr>
          <a:xfrm flipH="1">
            <a:off x="3033524" y="1639372"/>
            <a:ext cx="260324" cy="259719"/>
            <a:chOff x="1850095" y="3947156"/>
            <a:chExt cx="260324" cy="259719"/>
          </a:xfrm>
        </p:grpSpPr>
        <p:sp>
          <p:nvSpPr>
            <p:cNvPr id="75" name="Google Shape;75;p5"/>
            <p:cNvSpPr/>
            <p:nvPr/>
          </p:nvSpPr>
          <p:spPr>
            <a:xfrm>
              <a:off x="1850095" y="3947156"/>
              <a:ext cx="260324" cy="2597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342900" rotWithShape="0" algn="tl" dir="3000000" dist="127000">
                <a:srgbClr val="000000">
                  <a:alpha val="509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1953437" y="4024732"/>
              <a:ext cx="53641" cy="104566"/>
            </a:xfrm>
            <a:custGeom>
              <a:rect b="b" l="l" r="r" t="t"/>
              <a:pathLst>
                <a:path extrusionOk="0" h="208" w="107">
                  <a:moveTo>
                    <a:pt x="106" y="10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3" y="0"/>
                    <a:pt x="1" y="1"/>
                  </a:cubicBezTo>
                  <a:cubicBezTo>
                    <a:pt x="0" y="3"/>
                    <a:pt x="0" y="5"/>
                    <a:pt x="1" y="7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0" y="202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cubicBezTo>
                    <a:pt x="5" y="208"/>
                    <a:pt x="6" y="207"/>
                    <a:pt x="7" y="206"/>
                  </a:cubicBezTo>
                  <a:cubicBezTo>
                    <a:pt x="106" y="107"/>
                    <a:pt x="106" y="107"/>
                    <a:pt x="106" y="107"/>
                  </a:cubicBezTo>
                  <a:cubicBezTo>
                    <a:pt x="107" y="106"/>
                    <a:pt x="107" y="105"/>
                    <a:pt x="107" y="104"/>
                  </a:cubicBezTo>
                  <a:cubicBezTo>
                    <a:pt x="107" y="103"/>
                    <a:pt x="107" y="102"/>
                    <a:pt x="106" y="101"/>
                  </a:cubicBezTo>
                  <a:close/>
                </a:path>
              </a:pathLst>
            </a:custGeom>
            <a:noFill/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7" name="Google Shape;77;p5"/>
          <p:cNvSpPr txBox="1"/>
          <p:nvPr/>
        </p:nvSpPr>
        <p:spPr>
          <a:xfrm>
            <a:off x="9303710" y="2228517"/>
            <a:ext cx="16305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Auchan Racibórz Facebook</a:t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8" name="Google Shape;78;p5"/>
          <p:cNvGrpSpPr/>
          <p:nvPr/>
        </p:nvGrpSpPr>
        <p:grpSpPr>
          <a:xfrm>
            <a:off x="8757372" y="2371070"/>
            <a:ext cx="260324" cy="259719"/>
            <a:chOff x="1850095" y="3947156"/>
            <a:chExt cx="260324" cy="259719"/>
          </a:xfrm>
        </p:grpSpPr>
        <p:sp>
          <p:nvSpPr>
            <p:cNvPr id="79" name="Google Shape;79;p5"/>
            <p:cNvSpPr/>
            <p:nvPr/>
          </p:nvSpPr>
          <p:spPr>
            <a:xfrm>
              <a:off x="1850095" y="3947156"/>
              <a:ext cx="260324" cy="25971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342900" rotWithShape="0" algn="tl" dir="3000000" dist="101600">
                <a:srgbClr val="000000">
                  <a:alpha val="509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1953437" y="4024732"/>
              <a:ext cx="53641" cy="104566"/>
            </a:xfrm>
            <a:custGeom>
              <a:rect b="b" l="l" r="r" t="t"/>
              <a:pathLst>
                <a:path extrusionOk="0" h="208" w="107">
                  <a:moveTo>
                    <a:pt x="106" y="10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3" y="0"/>
                    <a:pt x="1" y="1"/>
                  </a:cubicBezTo>
                  <a:cubicBezTo>
                    <a:pt x="0" y="3"/>
                    <a:pt x="0" y="5"/>
                    <a:pt x="1" y="7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0" y="202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cubicBezTo>
                    <a:pt x="5" y="208"/>
                    <a:pt x="6" y="207"/>
                    <a:pt x="7" y="206"/>
                  </a:cubicBezTo>
                  <a:cubicBezTo>
                    <a:pt x="106" y="107"/>
                    <a:pt x="106" y="107"/>
                    <a:pt x="106" y="107"/>
                  </a:cubicBezTo>
                  <a:cubicBezTo>
                    <a:pt x="107" y="106"/>
                    <a:pt x="107" y="105"/>
                    <a:pt x="107" y="104"/>
                  </a:cubicBezTo>
                  <a:cubicBezTo>
                    <a:pt x="107" y="103"/>
                    <a:pt x="107" y="102"/>
                    <a:pt x="106" y="101"/>
                  </a:cubicBezTo>
                  <a:close/>
                </a:path>
              </a:pathLst>
            </a:custGeom>
            <a:noFill/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1" name="Google Shape;81;p5"/>
          <p:cNvGrpSpPr/>
          <p:nvPr/>
        </p:nvGrpSpPr>
        <p:grpSpPr>
          <a:xfrm flipH="1">
            <a:off x="3039784" y="4635052"/>
            <a:ext cx="260324" cy="259719"/>
            <a:chOff x="1850095" y="3947156"/>
            <a:chExt cx="260324" cy="259719"/>
          </a:xfrm>
        </p:grpSpPr>
        <p:sp>
          <p:nvSpPr>
            <p:cNvPr id="82" name="Google Shape;82;p5"/>
            <p:cNvSpPr/>
            <p:nvPr/>
          </p:nvSpPr>
          <p:spPr>
            <a:xfrm>
              <a:off x="1850095" y="3947156"/>
              <a:ext cx="260324" cy="2597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342900" rotWithShape="0" algn="tl" dir="3000000" dist="127000">
                <a:srgbClr val="000000">
                  <a:alpha val="509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1953437" y="4024732"/>
              <a:ext cx="53641" cy="104566"/>
            </a:xfrm>
            <a:custGeom>
              <a:rect b="b" l="l" r="r" t="t"/>
              <a:pathLst>
                <a:path extrusionOk="0" h="208" w="107">
                  <a:moveTo>
                    <a:pt x="106" y="10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3" y="0"/>
                    <a:pt x="1" y="1"/>
                  </a:cubicBezTo>
                  <a:cubicBezTo>
                    <a:pt x="0" y="3"/>
                    <a:pt x="0" y="5"/>
                    <a:pt x="1" y="7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0" y="202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cubicBezTo>
                    <a:pt x="5" y="208"/>
                    <a:pt x="6" y="207"/>
                    <a:pt x="7" y="206"/>
                  </a:cubicBezTo>
                  <a:cubicBezTo>
                    <a:pt x="106" y="107"/>
                    <a:pt x="106" y="107"/>
                    <a:pt x="106" y="107"/>
                  </a:cubicBezTo>
                  <a:cubicBezTo>
                    <a:pt x="107" y="106"/>
                    <a:pt x="107" y="105"/>
                    <a:pt x="107" y="104"/>
                  </a:cubicBezTo>
                  <a:cubicBezTo>
                    <a:pt x="107" y="103"/>
                    <a:pt x="107" y="102"/>
                    <a:pt x="106" y="101"/>
                  </a:cubicBezTo>
                  <a:close/>
                </a:path>
              </a:pathLst>
            </a:custGeom>
            <a:noFill/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84" name="Google Shape;84;p5"/>
          <p:cNvSpPr txBox="1"/>
          <p:nvPr/>
        </p:nvSpPr>
        <p:spPr>
          <a:xfrm>
            <a:off x="4725114" y="4498521"/>
            <a:ext cx="24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1 500 </a:t>
            </a:r>
            <a:r>
              <a:rPr lang="en-U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Obserwujących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772820" y="1565907"/>
            <a:ext cx="357588" cy="357588"/>
          </a:xfrm>
          <a:custGeom>
            <a:rect b="b" l="l" r="r" t="t"/>
            <a:pathLst>
              <a:path extrusionOk="0" h="21600" w="21600">
                <a:moveTo>
                  <a:pt x="13200" y="19200"/>
                </a:moveTo>
                <a:lnTo>
                  <a:pt x="19200" y="19200"/>
                </a:lnTo>
                <a:lnTo>
                  <a:pt x="19200" y="2400"/>
                </a:lnTo>
                <a:lnTo>
                  <a:pt x="2400" y="2400"/>
                </a:lnTo>
                <a:lnTo>
                  <a:pt x="2400" y="19200"/>
                </a:lnTo>
                <a:lnTo>
                  <a:pt x="10800" y="19200"/>
                </a:lnTo>
                <a:lnTo>
                  <a:pt x="10800" y="13200"/>
                </a:lnTo>
                <a:lnTo>
                  <a:pt x="8400" y="13200"/>
                </a:lnTo>
                <a:lnTo>
                  <a:pt x="8400" y="10800"/>
                </a:lnTo>
                <a:lnTo>
                  <a:pt x="10800" y="10800"/>
                </a:lnTo>
                <a:lnTo>
                  <a:pt x="10800" y="8815"/>
                </a:lnTo>
                <a:cubicBezTo>
                  <a:pt x="10800" y="7211"/>
                  <a:pt x="10968" y="6629"/>
                  <a:pt x="11280" y="6042"/>
                </a:cubicBezTo>
                <a:cubicBezTo>
                  <a:pt x="11587" y="5461"/>
                  <a:pt x="12062" y="4987"/>
                  <a:pt x="12643" y="4680"/>
                </a:cubicBezTo>
                <a:cubicBezTo>
                  <a:pt x="13102" y="4434"/>
                  <a:pt x="13672" y="4286"/>
                  <a:pt x="14668" y="4223"/>
                </a:cubicBezTo>
                <a:cubicBezTo>
                  <a:pt x="15062" y="4198"/>
                  <a:pt x="15574" y="4229"/>
                  <a:pt x="16201" y="4319"/>
                </a:cubicBezTo>
                <a:lnTo>
                  <a:pt x="16201" y="6599"/>
                </a:lnTo>
                <a:lnTo>
                  <a:pt x="15600" y="6599"/>
                </a:lnTo>
                <a:cubicBezTo>
                  <a:pt x="14500" y="6599"/>
                  <a:pt x="14045" y="6650"/>
                  <a:pt x="13774" y="6796"/>
                </a:cubicBezTo>
                <a:cubicBezTo>
                  <a:pt x="13612" y="6879"/>
                  <a:pt x="13480" y="7011"/>
                  <a:pt x="13397" y="7172"/>
                </a:cubicBezTo>
                <a:cubicBezTo>
                  <a:pt x="13253" y="7444"/>
                  <a:pt x="13200" y="7712"/>
                  <a:pt x="13200" y="8814"/>
                </a:cubicBezTo>
                <a:lnTo>
                  <a:pt x="13200" y="10800"/>
                </a:lnTo>
                <a:lnTo>
                  <a:pt x="16200" y="10800"/>
                </a:lnTo>
                <a:lnTo>
                  <a:pt x="15600" y="13200"/>
                </a:lnTo>
                <a:lnTo>
                  <a:pt x="13200" y="13200"/>
                </a:lnTo>
                <a:lnTo>
                  <a:pt x="13200" y="19200"/>
                </a:lnTo>
                <a:close/>
                <a:moveTo>
                  <a:pt x="1200" y="0"/>
                </a:moveTo>
                <a:lnTo>
                  <a:pt x="20400" y="0"/>
                </a:lnTo>
                <a:cubicBezTo>
                  <a:pt x="21063" y="0"/>
                  <a:pt x="21600" y="537"/>
                  <a:pt x="21600" y="1200"/>
                </a:cubicBezTo>
                <a:lnTo>
                  <a:pt x="21600" y="20400"/>
                </a:lnTo>
                <a:cubicBezTo>
                  <a:pt x="21600" y="21063"/>
                  <a:pt x="21063" y="21600"/>
                  <a:pt x="20400" y="21600"/>
                </a:cubicBezTo>
                <a:lnTo>
                  <a:pt x="1200" y="21600"/>
                </a:lnTo>
                <a:cubicBezTo>
                  <a:pt x="537" y="21600"/>
                  <a:pt x="0" y="21063"/>
                  <a:pt x="0" y="20400"/>
                </a:cubicBezTo>
                <a:lnTo>
                  <a:pt x="0" y="1200"/>
                </a:lnTo>
                <a:cubicBezTo>
                  <a:pt x="0" y="537"/>
                  <a:pt x="537" y="0"/>
                  <a:pt x="1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919275" y="2322125"/>
            <a:ext cx="357588" cy="357588"/>
          </a:xfrm>
          <a:custGeom>
            <a:rect b="b" l="l" r="r" t="t"/>
            <a:pathLst>
              <a:path extrusionOk="0" h="21600" w="21600">
                <a:moveTo>
                  <a:pt x="13200" y="19200"/>
                </a:moveTo>
                <a:lnTo>
                  <a:pt x="19200" y="19200"/>
                </a:lnTo>
                <a:lnTo>
                  <a:pt x="19200" y="2400"/>
                </a:lnTo>
                <a:lnTo>
                  <a:pt x="2400" y="2400"/>
                </a:lnTo>
                <a:lnTo>
                  <a:pt x="2400" y="19200"/>
                </a:lnTo>
                <a:lnTo>
                  <a:pt x="10800" y="19200"/>
                </a:lnTo>
                <a:lnTo>
                  <a:pt x="10800" y="13200"/>
                </a:lnTo>
                <a:lnTo>
                  <a:pt x="8400" y="13200"/>
                </a:lnTo>
                <a:lnTo>
                  <a:pt x="8400" y="10800"/>
                </a:lnTo>
                <a:lnTo>
                  <a:pt x="10800" y="10800"/>
                </a:lnTo>
                <a:lnTo>
                  <a:pt x="10800" y="8815"/>
                </a:lnTo>
                <a:cubicBezTo>
                  <a:pt x="10800" y="7211"/>
                  <a:pt x="10968" y="6629"/>
                  <a:pt x="11280" y="6042"/>
                </a:cubicBezTo>
                <a:cubicBezTo>
                  <a:pt x="11587" y="5461"/>
                  <a:pt x="12062" y="4987"/>
                  <a:pt x="12643" y="4680"/>
                </a:cubicBezTo>
                <a:cubicBezTo>
                  <a:pt x="13102" y="4434"/>
                  <a:pt x="13672" y="4286"/>
                  <a:pt x="14668" y="4223"/>
                </a:cubicBezTo>
                <a:cubicBezTo>
                  <a:pt x="15062" y="4198"/>
                  <a:pt x="15574" y="4229"/>
                  <a:pt x="16201" y="4319"/>
                </a:cubicBezTo>
                <a:lnTo>
                  <a:pt x="16201" y="6599"/>
                </a:lnTo>
                <a:lnTo>
                  <a:pt x="15600" y="6599"/>
                </a:lnTo>
                <a:cubicBezTo>
                  <a:pt x="14500" y="6599"/>
                  <a:pt x="14045" y="6650"/>
                  <a:pt x="13774" y="6796"/>
                </a:cubicBezTo>
                <a:cubicBezTo>
                  <a:pt x="13612" y="6879"/>
                  <a:pt x="13480" y="7011"/>
                  <a:pt x="13397" y="7172"/>
                </a:cubicBezTo>
                <a:cubicBezTo>
                  <a:pt x="13253" y="7444"/>
                  <a:pt x="13200" y="7712"/>
                  <a:pt x="13200" y="8814"/>
                </a:cubicBezTo>
                <a:lnTo>
                  <a:pt x="13200" y="10800"/>
                </a:lnTo>
                <a:lnTo>
                  <a:pt x="16200" y="10800"/>
                </a:lnTo>
                <a:lnTo>
                  <a:pt x="15600" y="13200"/>
                </a:lnTo>
                <a:lnTo>
                  <a:pt x="13200" y="13200"/>
                </a:lnTo>
                <a:lnTo>
                  <a:pt x="13200" y="19200"/>
                </a:lnTo>
                <a:close/>
                <a:moveTo>
                  <a:pt x="1200" y="0"/>
                </a:moveTo>
                <a:lnTo>
                  <a:pt x="20400" y="0"/>
                </a:lnTo>
                <a:cubicBezTo>
                  <a:pt x="21063" y="0"/>
                  <a:pt x="21600" y="537"/>
                  <a:pt x="21600" y="1200"/>
                </a:cubicBezTo>
                <a:lnTo>
                  <a:pt x="21600" y="20400"/>
                </a:lnTo>
                <a:cubicBezTo>
                  <a:pt x="21600" y="21063"/>
                  <a:pt x="21063" y="21600"/>
                  <a:pt x="20400" y="21600"/>
                </a:cubicBezTo>
                <a:lnTo>
                  <a:pt x="1200" y="21600"/>
                </a:lnTo>
                <a:cubicBezTo>
                  <a:pt x="537" y="21600"/>
                  <a:pt x="0" y="21063"/>
                  <a:pt x="0" y="20400"/>
                </a:cubicBezTo>
                <a:lnTo>
                  <a:pt x="0" y="1200"/>
                </a:lnTo>
                <a:cubicBezTo>
                  <a:pt x="0" y="537"/>
                  <a:pt x="537" y="0"/>
                  <a:pt x="1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772820" y="3028982"/>
            <a:ext cx="357588" cy="357588"/>
          </a:xfrm>
          <a:custGeom>
            <a:rect b="b" l="l" r="r" t="t"/>
            <a:pathLst>
              <a:path extrusionOk="0" h="21600" w="21600">
                <a:moveTo>
                  <a:pt x="13200" y="19200"/>
                </a:moveTo>
                <a:lnTo>
                  <a:pt x="19200" y="19200"/>
                </a:lnTo>
                <a:lnTo>
                  <a:pt x="19200" y="2400"/>
                </a:lnTo>
                <a:lnTo>
                  <a:pt x="2400" y="2400"/>
                </a:lnTo>
                <a:lnTo>
                  <a:pt x="2400" y="19200"/>
                </a:lnTo>
                <a:lnTo>
                  <a:pt x="10800" y="19200"/>
                </a:lnTo>
                <a:lnTo>
                  <a:pt x="10800" y="13200"/>
                </a:lnTo>
                <a:lnTo>
                  <a:pt x="8400" y="13200"/>
                </a:lnTo>
                <a:lnTo>
                  <a:pt x="8400" y="10800"/>
                </a:lnTo>
                <a:lnTo>
                  <a:pt x="10800" y="10800"/>
                </a:lnTo>
                <a:lnTo>
                  <a:pt x="10800" y="8815"/>
                </a:lnTo>
                <a:cubicBezTo>
                  <a:pt x="10800" y="7211"/>
                  <a:pt x="10968" y="6629"/>
                  <a:pt x="11280" y="6042"/>
                </a:cubicBezTo>
                <a:cubicBezTo>
                  <a:pt x="11587" y="5461"/>
                  <a:pt x="12062" y="4987"/>
                  <a:pt x="12643" y="4680"/>
                </a:cubicBezTo>
                <a:cubicBezTo>
                  <a:pt x="13102" y="4434"/>
                  <a:pt x="13672" y="4286"/>
                  <a:pt x="14668" y="4223"/>
                </a:cubicBezTo>
                <a:cubicBezTo>
                  <a:pt x="15062" y="4198"/>
                  <a:pt x="15574" y="4229"/>
                  <a:pt x="16201" y="4319"/>
                </a:cubicBezTo>
                <a:lnTo>
                  <a:pt x="16201" y="6599"/>
                </a:lnTo>
                <a:lnTo>
                  <a:pt x="15600" y="6599"/>
                </a:lnTo>
                <a:cubicBezTo>
                  <a:pt x="14500" y="6599"/>
                  <a:pt x="14045" y="6650"/>
                  <a:pt x="13774" y="6796"/>
                </a:cubicBezTo>
                <a:cubicBezTo>
                  <a:pt x="13612" y="6879"/>
                  <a:pt x="13480" y="7011"/>
                  <a:pt x="13397" y="7172"/>
                </a:cubicBezTo>
                <a:cubicBezTo>
                  <a:pt x="13253" y="7444"/>
                  <a:pt x="13200" y="7712"/>
                  <a:pt x="13200" y="8814"/>
                </a:cubicBezTo>
                <a:lnTo>
                  <a:pt x="13200" y="10800"/>
                </a:lnTo>
                <a:lnTo>
                  <a:pt x="16200" y="10800"/>
                </a:lnTo>
                <a:lnTo>
                  <a:pt x="15600" y="13200"/>
                </a:lnTo>
                <a:lnTo>
                  <a:pt x="13200" y="13200"/>
                </a:lnTo>
                <a:lnTo>
                  <a:pt x="13200" y="19200"/>
                </a:lnTo>
                <a:close/>
                <a:moveTo>
                  <a:pt x="1200" y="0"/>
                </a:moveTo>
                <a:lnTo>
                  <a:pt x="20400" y="0"/>
                </a:lnTo>
                <a:cubicBezTo>
                  <a:pt x="21063" y="0"/>
                  <a:pt x="21600" y="537"/>
                  <a:pt x="21600" y="1200"/>
                </a:cubicBezTo>
                <a:lnTo>
                  <a:pt x="21600" y="20400"/>
                </a:lnTo>
                <a:cubicBezTo>
                  <a:pt x="21600" y="21063"/>
                  <a:pt x="21063" y="21600"/>
                  <a:pt x="20400" y="21600"/>
                </a:cubicBezTo>
                <a:lnTo>
                  <a:pt x="1200" y="21600"/>
                </a:lnTo>
                <a:cubicBezTo>
                  <a:pt x="537" y="21600"/>
                  <a:pt x="0" y="21063"/>
                  <a:pt x="0" y="20400"/>
                </a:cubicBezTo>
                <a:lnTo>
                  <a:pt x="0" y="1200"/>
                </a:lnTo>
                <a:cubicBezTo>
                  <a:pt x="0" y="537"/>
                  <a:pt x="537" y="0"/>
                  <a:pt x="1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426500" y="4342223"/>
            <a:ext cx="1050224" cy="810375"/>
          </a:xfrm>
          <a:custGeom>
            <a:rect b="b" l="l" r="r" t="t"/>
            <a:pathLst>
              <a:path extrusionOk="0" h="535" w="1426">
                <a:moveTo>
                  <a:pt x="1426" y="0"/>
                </a:moveTo>
                <a:lnTo>
                  <a:pt x="0" y="0"/>
                </a:lnTo>
                <a:lnTo>
                  <a:pt x="0" y="504"/>
                </a:lnTo>
                <a:lnTo>
                  <a:pt x="0" y="535"/>
                </a:lnTo>
                <a:lnTo>
                  <a:pt x="1426" y="535"/>
                </a:lnTo>
                <a:lnTo>
                  <a:pt x="1426" y="504"/>
                </a:lnTo>
                <a:lnTo>
                  <a:pt x="14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sx="101000" rotWithShape="0" algn="tl" dir="2700000" dist="38100" sy="101000">
              <a:schemeClr val="dk2">
                <a:alpha val="36860"/>
              </a:scheme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5"/>
          <p:cNvSpPr txBox="1"/>
          <p:nvPr/>
        </p:nvSpPr>
        <p:spPr>
          <a:xfrm flipH="1">
            <a:off x="730999" y="3053600"/>
            <a:ext cx="20295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Auchan Zielona Góra</a:t>
            </a: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Facebook</a:t>
            </a:r>
            <a:endParaRPr/>
          </a:p>
        </p:txBody>
      </p:sp>
      <p:grpSp>
        <p:nvGrpSpPr>
          <p:cNvPr id="90" name="Google Shape;90;p5"/>
          <p:cNvGrpSpPr/>
          <p:nvPr/>
        </p:nvGrpSpPr>
        <p:grpSpPr>
          <a:xfrm flipH="1">
            <a:off x="3033448" y="3102172"/>
            <a:ext cx="260400" cy="259800"/>
            <a:chOff x="1850095" y="3947156"/>
            <a:chExt cx="260400" cy="259800"/>
          </a:xfrm>
        </p:grpSpPr>
        <p:sp>
          <p:nvSpPr>
            <p:cNvPr id="91" name="Google Shape;91;p5"/>
            <p:cNvSpPr/>
            <p:nvPr/>
          </p:nvSpPr>
          <p:spPr>
            <a:xfrm>
              <a:off x="1850095" y="3947156"/>
              <a:ext cx="260400" cy="259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342900" rotWithShape="0" algn="tl" dir="3000000" dist="127000">
                <a:srgbClr val="000000">
                  <a:alpha val="51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953437" y="4024732"/>
              <a:ext cx="53641" cy="104566"/>
            </a:xfrm>
            <a:custGeom>
              <a:rect b="b" l="l" r="r" t="t"/>
              <a:pathLst>
                <a:path extrusionOk="0" h="208" w="107">
                  <a:moveTo>
                    <a:pt x="106" y="10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3" y="0"/>
                    <a:pt x="1" y="1"/>
                  </a:cubicBezTo>
                  <a:cubicBezTo>
                    <a:pt x="0" y="3"/>
                    <a:pt x="0" y="5"/>
                    <a:pt x="1" y="7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0" y="202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cubicBezTo>
                    <a:pt x="5" y="208"/>
                    <a:pt x="6" y="207"/>
                    <a:pt x="7" y="206"/>
                  </a:cubicBezTo>
                  <a:cubicBezTo>
                    <a:pt x="106" y="107"/>
                    <a:pt x="106" y="107"/>
                    <a:pt x="106" y="107"/>
                  </a:cubicBezTo>
                  <a:cubicBezTo>
                    <a:pt x="107" y="106"/>
                    <a:pt x="107" y="105"/>
                    <a:pt x="107" y="104"/>
                  </a:cubicBezTo>
                  <a:cubicBezTo>
                    <a:pt x="107" y="103"/>
                    <a:pt x="107" y="102"/>
                    <a:pt x="106" y="101"/>
                  </a:cubicBezTo>
                  <a:close/>
                </a:path>
              </a:pathLst>
            </a:custGeom>
            <a:noFill/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3" name="Google Shape;93;p5"/>
          <p:cNvSpPr txBox="1"/>
          <p:nvPr/>
        </p:nvSpPr>
        <p:spPr>
          <a:xfrm>
            <a:off x="9303710" y="3773542"/>
            <a:ext cx="163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bi1 Instagram</a:t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4" name="Google Shape;94;p5"/>
          <p:cNvGrpSpPr/>
          <p:nvPr/>
        </p:nvGrpSpPr>
        <p:grpSpPr>
          <a:xfrm>
            <a:off x="8757372" y="3797582"/>
            <a:ext cx="260400" cy="259800"/>
            <a:chOff x="1850095" y="3947156"/>
            <a:chExt cx="260400" cy="259800"/>
          </a:xfrm>
        </p:grpSpPr>
        <p:sp>
          <p:nvSpPr>
            <p:cNvPr id="95" name="Google Shape;95;p5"/>
            <p:cNvSpPr/>
            <p:nvPr/>
          </p:nvSpPr>
          <p:spPr>
            <a:xfrm>
              <a:off x="1850095" y="3947156"/>
              <a:ext cx="260400" cy="259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342900" rotWithShape="0" algn="tl" dir="3000000" dist="101600">
                <a:srgbClr val="000000">
                  <a:alpha val="51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953437" y="4024732"/>
              <a:ext cx="53641" cy="104566"/>
            </a:xfrm>
            <a:custGeom>
              <a:rect b="b" l="l" r="r" t="t"/>
              <a:pathLst>
                <a:path extrusionOk="0" h="208" w="107">
                  <a:moveTo>
                    <a:pt x="106" y="10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3" y="0"/>
                    <a:pt x="1" y="1"/>
                  </a:cubicBezTo>
                  <a:cubicBezTo>
                    <a:pt x="0" y="3"/>
                    <a:pt x="0" y="5"/>
                    <a:pt x="1" y="7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0" y="202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cubicBezTo>
                    <a:pt x="5" y="208"/>
                    <a:pt x="6" y="207"/>
                    <a:pt x="7" y="206"/>
                  </a:cubicBezTo>
                  <a:cubicBezTo>
                    <a:pt x="106" y="107"/>
                    <a:pt x="106" y="107"/>
                    <a:pt x="106" y="107"/>
                  </a:cubicBezTo>
                  <a:cubicBezTo>
                    <a:pt x="107" y="106"/>
                    <a:pt x="107" y="105"/>
                    <a:pt x="107" y="104"/>
                  </a:cubicBezTo>
                  <a:cubicBezTo>
                    <a:pt x="107" y="103"/>
                    <a:pt x="107" y="102"/>
                    <a:pt x="106" y="101"/>
                  </a:cubicBezTo>
                  <a:close/>
                </a:path>
              </a:pathLst>
            </a:custGeom>
            <a:noFill/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7" name="Google Shape;97;p5"/>
          <p:cNvSpPr txBox="1"/>
          <p:nvPr/>
        </p:nvSpPr>
        <p:spPr>
          <a:xfrm flipH="1">
            <a:off x="924507" y="4611016"/>
            <a:ext cx="183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bi1 TikTok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99" name="Google Shape;9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 title="Iconoir_tiktok_white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7350" y="4530663"/>
            <a:ext cx="468525" cy="4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0"/>
          <p:cNvGrpSpPr/>
          <p:nvPr/>
        </p:nvGrpSpPr>
        <p:grpSpPr>
          <a:xfrm>
            <a:off x="4930628" y="1645921"/>
            <a:ext cx="2330744" cy="4450256"/>
            <a:chOff x="3073393" y="1381575"/>
            <a:chExt cx="2559964" cy="4887923"/>
          </a:xfrm>
        </p:grpSpPr>
        <p:sp>
          <p:nvSpPr>
            <p:cNvPr id="106" name="Google Shape;106;p10"/>
            <p:cNvSpPr/>
            <p:nvPr/>
          </p:nvSpPr>
          <p:spPr>
            <a:xfrm>
              <a:off x="3844925" y="1473994"/>
              <a:ext cx="1691640" cy="964413"/>
            </a:xfrm>
            <a:custGeom>
              <a:rect b="b" l="l" r="r" t="t"/>
              <a:pathLst>
                <a:path extrusionOk="0" h="923544" w="1718129">
                  <a:moveTo>
                    <a:pt x="1060109" y="0"/>
                  </a:moveTo>
                  <a:cubicBezTo>
                    <a:pt x="1359504" y="0"/>
                    <a:pt x="1643000" y="22447"/>
                    <a:pt x="1718129" y="32281"/>
                  </a:cubicBezTo>
                  <a:lnTo>
                    <a:pt x="1718129" y="808101"/>
                  </a:lnTo>
                  <a:lnTo>
                    <a:pt x="1372604" y="808101"/>
                  </a:lnTo>
                  <a:cubicBezTo>
                    <a:pt x="1199870" y="808101"/>
                    <a:pt x="1091911" y="839607"/>
                    <a:pt x="1024436" y="891527"/>
                  </a:cubicBezTo>
                  <a:lnTo>
                    <a:pt x="994304" y="923544"/>
                  </a:lnTo>
                  <a:lnTo>
                    <a:pt x="0" y="923544"/>
                  </a:lnTo>
                  <a:lnTo>
                    <a:pt x="10924" y="836844"/>
                  </a:lnTo>
                  <a:cubicBezTo>
                    <a:pt x="104489" y="292983"/>
                    <a:pt x="512949" y="0"/>
                    <a:pt x="10601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3144150" y="2439314"/>
              <a:ext cx="2418450" cy="923544"/>
            </a:xfrm>
            <a:custGeom>
              <a:rect b="b" l="l" r="r" t="t"/>
              <a:pathLst>
                <a:path extrusionOk="0" h="923544" w="2418450">
                  <a:moveTo>
                    <a:pt x="698721" y="0"/>
                  </a:moveTo>
                  <a:lnTo>
                    <a:pt x="1682673" y="0"/>
                  </a:lnTo>
                  <a:lnTo>
                    <a:pt x="1669878" y="13595"/>
                  </a:lnTo>
                  <a:cubicBezTo>
                    <a:pt x="1612300" y="99322"/>
                    <a:pt x="1612300" y="214765"/>
                    <a:pt x="1612300" y="333629"/>
                  </a:cubicBezTo>
                  <a:lnTo>
                    <a:pt x="1612300" y="795401"/>
                  </a:lnTo>
                  <a:lnTo>
                    <a:pt x="2418450" y="795401"/>
                  </a:lnTo>
                  <a:lnTo>
                    <a:pt x="2386494" y="923544"/>
                  </a:lnTo>
                  <a:lnTo>
                    <a:pt x="0" y="923544"/>
                  </a:lnTo>
                  <a:lnTo>
                    <a:pt x="0" y="795401"/>
                  </a:lnTo>
                  <a:lnTo>
                    <a:pt x="690938" y="795401"/>
                  </a:lnTo>
                  <a:lnTo>
                    <a:pt x="690938" y="148920"/>
                  </a:lnTo>
                  <a:cubicBezTo>
                    <a:pt x="690938" y="105014"/>
                    <a:pt x="692673" y="62358"/>
                    <a:pt x="696079" y="20966"/>
                  </a:cubicBezTo>
                  <a:lnTo>
                    <a:pt x="6987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3144151" y="3363765"/>
              <a:ext cx="2382875" cy="923544"/>
            </a:xfrm>
            <a:custGeom>
              <a:rect b="b" l="l" r="r" t="t"/>
              <a:pathLst>
                <a:path extrusionOk="0" h="923544" w="2382875">
                  <a:moveTo>
                    <a:pt x="0" y="0"/>
                  </a:moveTo>
                  <a:lnTo>
                    <a:pt x="2382875" y="0"/>
                  </a:lnTo>
                  <a:lnTo>
                    <a:pt x="2188138" y="780887"/>
                  </a:lnTo>
                  <a:lnTo>
                    <a:pt x="1612300" y="780887"/>
                  </a:lnTo>
                  <a:lnTo>
                    <a:pt x="1612300" y="923544"/>
                  </a:lnTo>
                  <a:lnTo>
                    <a:pt x="690938" y="923544"/>
                  </a:lnTo>
                  <a:lnTo>
                    <a:pt x="690938" y="780887"/>
                  </a:lnTo>
                  <a:lnTo>
                    <a:pt x="0" y="780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3835088" y="4279598"/>
              <a:ext cx="921362" cy="923543"/>
            </a:xfrm>
            <a:custGeom>
              <a:rect b="b" l="l" r="r" t="t"/>
              <a:pathLst>
                <a:path extrusionOk="0" h="923543" w="921362">
                  <a:moveTo>
                    <a:pt x="0" y="0"/>
                  </a:moveTo>
                  <a:lnTo>
                    <a:pt x="921362" y="0"/>
                  </a:lnTo>
                  <a:lnTo>
                    <a:pt x="921362" y="923543"/>
                  </a:lnTo>
                  <a:lnTo>
                    <a:pt x="0" y="923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3835088" y="5203142"/>
              <a:ext cx="921362" cy="1066356"/>
            </a:xfrm>
            <a:custGeom>
              <a:rect b="b" l="l" r="r" t="t"/>
              <a:pathLst>
                <a:path extrusionOk="0" h="894516" w="921362">
                  <a:moveTo>
                    <a:pt x="0" y="0"/>
                  </a:moveTo>
                  <a:lnTo>
                    <a:pt x="921362" y="0"/>
                  </a:lnTo>
                  <a:lnTo>
                    <a:pt x="921362" y="894516"/>
                  </a:lnTo>
                  <a:lnTo>
                    <a:pt x="0" y="894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3073393" y="1381575"/>
              <a:ext cx="2559964" cy="4887923"/>
            </a:xfrm>
            <a:custGeom>
              <a:rect b="b" l="l" r="r" t="t"/>
              <a:pathLst>
                <a:path extrusionOk="0" h="21600" w="21600">
                  <a:moveTo>
                    <a:pt x="14400" y="12420"/>
                  </a:moveTo>
                  <a:lnTo>
                    <a:pt x="19543" y="12420"/>
                  </a:lnTo>
                  <a:lnTo>
                    <a:pt x="21600" y="8100"/>
                  </a:lnTo>
                  <a:lnTo>
                    <a:pt x="14400" y="8100"/>
                  </a:lnTo>
                  <a:lnTo>
                    <a:pt x="14400" y="5940"/>
                  </a:lnTo>
                  <a:cubicBezTo>
                    <a:pt x="14400" y="4828"/>
                    <a:pt x="14400" y="3780"/>
                    <a:pt x="18514" y="3780"/>
                  </a:cubicBezTo>
                  <a:lnTo>
                    <a:pt x="21600" y="3780"/>
                  </a:lnTo>
                  <a:lnTo>
                    <a:pt x="21600" y="151"/>
                  </a:lnTo>
                  <a:cubicBezTo>
                    <a:pt x="20929" y="105"/>
                    <a:pt x="18397" y="0"/>
                    <a:pt x="15723" y="0"/>
                  </a:cubicBezTo>
                  <a:cubicBezTo>
                    <a:pt x="10138" y="0"/>
                    <a:pt x="6171" y="1790"/>
                    <a:pt x="6171" y="5076"/>
                  </a:cubicBezTo>
                  <a:lnTo>
                    <a:pt x="6171" y="8100"/>
                  </a:lnTo>
                  <a:lnTo>
                    <a:pt x="0" y="8100"/>
                  </a:lnTo>
                  <a:lnTo>
                    <a:pt x="0" y="12420"/>
                  </a:lnTo>
                  <a:lnTo>
                    <a:pt x="6171" y="12420"/>
                  </a:lnTo>
                  <a:lnTo>
                    <a:pt x="6171" y="21600"/>
                  </a:lnTo>
                  <a:lnTo>
                    <a:pt x="14400" y="21600"/>
                  </a:lnTo>
                  <a:lnTo>
                    <a:pt x="14400" y="12420"/>
                  </a:lnTo>
                  <a:close/>
                </a:path>
              </a:pathLst>
            </a:custGeom>
            <a:noFill/>
            <a:ln cap="flat" cmpd="sng" w="228600">
              <a:solidFill>
                <a:schemeClr val="lt1"/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444500" rotWithShape="0" algn="ctr" dir="3000000" dist="127000">
                <a:srgbClr val="000000">
                  <a:alpha val="10196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2" name="Google Shape;112;p10"/>
          <p:cNvSpPr txBox="1"/>
          <p:nvPr/>
        </p:nvSpPr>
        <p:spPr>
          <a:xfrm>
            <a:off x="2388221" y="449895"/>
            <a:ext cx="741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Działania w</a:t>
            </a:r>
            <a:r>
              <a:rPr lang="en-US" sz="3600">
                <a:solidFill>
                  <a:srgbClr val="3F3F3F"/>
                </a:solidFill>
                <a:latin typeface="Sora SemiBold"/>
                <a:ea typeface="Sora SemiBold"/>
                <a:cs typeface="Sora SemiBold"/>
                <a:sym typeface="Sora SemiBold"/>
              </a:rPr>
              <a:t> Social Media </a:t>
            </a:r>
            <a:endParaRPr sz="3600">
              <a:solidFill>
                <a:schemeClr val="accen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cxnSp>
        <p:nvCxnSpPr>
          <p:cNvPr id="113" name="Google Shape;113;p10"/>
          <p:cNvCxnSpPr/>
          <p:nvPr/>
        </p:nvCxnSpPr>
        <p:spPr>
          <a:xfrm rot="10800000">
            <a:off x="7519445" y="2069511"/>
            <a:ext cx="602351" cy="0"/>
          </a:xfrm>
          <a:prstGeom prst="straightConnector1">
            <a:avLst/>
          </a:prstGeom>
          <a:noFill/>
          <a:ln cap="rnd" cmpd="sng" w="19050">
            <a:solidFill>
              <a:schemeClr val="accent4"/>
            </a:solidFill>
            <a:prstDash val="dash"/>
            <a:round/>
            <a:headEnd len="med" w="med" type="oval"/>
            <a:tailEnd len="med" w="med" type="oval"/>
          </a:ln>
        </p:spPr>
      </p:cxnSp>
      <p:grpSp>
        <p:nvGrpSpPr>
          <p:cNvPr id="114" name="Google Shape;114;p10"/>
          <p:cNvGrpSpPr/>
          <p:nvPr/>
        </p:nvGrpSpPr>
        <p:grpSpPr>
          <a:xfrm>
            <a:off x="8283850" y="1624675"/>
            <a:ext cx="3212617" cy="1482857"/>
            <a:chOff x="127952" y="3681396"/>
            <a:chExt cx="2986800" cy="1482857"/>
          </a:xfrm>
        </p:grpSpPr>
        <p:sp>
          <p:nvSpPr>
            <p:cNvPr id="115" name="Google Shape;115;p10"/>
            <p:cNvSpPr/>
            <p:nvPr/>
          </p:nvSpPr>
          <p:spPr>
            <a:xfrm>
              <a:off x="127952" y="3997253"/>
              <a:ext cx="2986800" cy="11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Opracowanie i publikacja 48 postów miesięcznie na Facebooku, Instagramie i WhatsApp dla bi1 oraz na Facebooku dla Auchan Racibórz i Auchan Zielona Góra.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116;p10"/>
            <p:cNvSpPr txBox="1"/>
            <p:nvPr/>
          </p:nvSpPr>
          <p:spPr>
            <a:xfrm>
              <a:off x="127955" y="3681396"/>
              <a:ext cx="2681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4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48 postów </a:t>
              </a:r>
              <a:r>
                <a:rPr b="1" lang="en-US">
                  <a:solidFill>
                    <a:schemeClr val="accent4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miesięcznie</a:t>
              </a:r>
              <a:endParaRPr b="1" sz="1400">
                <a:solidFill>
                  <a:schemeClr val="accent4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grpSp>
        <p:nvGrpSpPr>
          <p:cNvPr id="117" name="Google Shape;117;p10"/>
          <p:cNvGrpSpPr/>
          <p:nvPr/>
        </p:nvGrpSpPr>
        <p:grpSpPr>
          <a:xfrm>
            <a:off x="728587" y="2495422"/>
            <a:ext cx="3212544" cy="933578"/>
            <a:chOff x="1215163" y="2586876"/>
            <a:chExt cx="3212544" cy="933578"/>
          </a:xfrm>
        </p:grpSpPr>
        <p:sp>
          <p:nvSpPr>
            <p:cNvPr id="118" name="Google Shape;118;p10"/>
            <p:cNvSpPr/>
            <p:nvPr/>
          </p:nvSpPr>
          <p:spPr>
            <a:xfrm>
              <a:off x="1215163" y="2902721"/>
              <a:ext cx="3212544" cy="617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Przygotowanie i publikacja krótkich form wideo tzw. rolek na Facebooku, Instagramie i TikToku. 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9" name="Google Shape;119;p10"/>
            <p:cNvSpPr txBox="1"/>
            <p:nvPr/>
          </p:nvSpPr>
          <p:spPr>
            <a:xfrm>
              <a:off x="2221004" y="2586876"/>
              <a:ext cx="22067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3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Krótkie formy wideo</a:t>
              </a:r>
              <a:endParaRPr b="1" sz="14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cxnSp>
        <p:nvCxnSpPr>
          <p:cNvPr id="120" name="Google Shape;120;p10"/>
          <p:cNvCxnSpPr/>
          <p:nvPr/>
        </p:nvCxnSpPr>
        <p:spPr>
          <a:xfrm rot="10800000">
            <a:off x="4122420" y="2902721"/>
            <a:ext cx="916629" cy="0"/>
          </a:xfrm>
          <a:prstGeom prst="straightConnector1">
            <a:avLst/>
          </a:prstGeom>
          <a:noFill/>
          <a:ln cap="rnd" cmpd="sng" w="19050">
            <a:solidFill>
              <a:schemeClr val="accent3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121" name="Google Shape;121;p10"/>
          <p:cNvCxnSpPr/>
          <p:nvPr/>
        </p:nvCxnSpPr>
        <p:spPr>
          <a:xfrm rot="10800000">
            <a:off x="7426053" y="3786641"/>
            <a:ext cx="602351" cy="0"/>
          </a:xfrm>
          <a:prstGeom prst="straightConnector1">
            <a:avLst/>
          </a:prstGeom>
          <a:noFill/>
          <a:ln cap="rnd" cmpd="sng" w="19050">
            <a:solidFill>
              <a:schemeClr val="accent2"/>
            </a:solidFill>
            <a:prstDash val="dash"/>
            <a:round/>
            <a:headEnd len="med" w="med" type="oval"/>
            <a:tailEnd len="med" w="med" type="oval"/>
          </a:ln>
        </p:spPr>
      </p:cxnSp>
      <p:grpSp>
        <p:nvGrpSpPr>
          <p:cNvPr id="122" name="Google Shape;122;p10"/>
          <p:cNvGrpSpPr/>
          <p:nvPr/>
        </p:nvGrpSpPr>
        <p:grpSpPr>
          <a:xfrm>
            <a:off x="8265065" y="3357896"/>
            <a:ext cx="3212544" cy="933578"/>
            <a:chOff x="127945" y="3681393"/>
            <a:chExt cx="2986732" cy="933578"/>
          </a:xfrm>
        </p:grpSpPr>
        <p:sp>
          <p:nvSpPr>
            <p:cNvPr id="123" name="Google Shape;123;p10"/>
            <p:cNvSpPr/>
            <p:nvPr/>
          </p:nvSpPr>
          <p:spPr>
            <a:xfrm>
              <a:off x="127945" y="3997238"/>
              <a:ext cx="2986732" cy="617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Organizacja i przeprowadzanie konkursów żeby zaktywizować klientów. 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0"/>
            <p:cNvSpPr txBox="1"/>
            <p:nvPr/>
          </p:nvSpPr>
          <p:spPr>
            <a:xfrm>
              <a:off x="127945" y="3681393"/>
              <a:ext cx="20515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2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Konkursy</a:t>
              </a:r>
              <a:endParaRPr b="1" sz="14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grpSp>
        <p:nvGrpSpPr>
          <p:cNvPr id="125" name="Google Shape;125;p10"/>
          <p:cNvGrpSpPr/>
          <p:nvPr/>
        </p:nvGrpSpPr>
        <p:grpSpPr>
          <a:xfrm>
            <a:off x="736973" y="4364850"/>
            <a:ext cx="3212707" cy="933590"/>
            <a:chOff x="1215163" y="2586864"/>
            <a:chExt cx="3212707" cy="933590"/>
          </a:xfrm>
        </p:grpSpPr>
        <p:sp>
          <p:nvSpPr>
            <p:cNvPr id="126" name="Google Shape;126;p10"/>
            <p:cNvSpPr/>
            <p:nvPr/>
          </p:nvSpPr>
          <p:spPr>
            <a:xfrm>
              <a:off x="1215163" y="2902721"/>
              <a:ext cx="3212544" cy="617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Prowadzenie i optymalizacja płatnych kampanii reklamowych w ekosystemie Meta oraz TikTok.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7" name="Google Shape;127;p10"/>
            <p:cNvSpPr txBox="1"/>
            <p:nvPr/>
          </p:nvSpPr>
          <p:spPr>
            <a:xfrm>
              <a:off x="1215170" y="2586864"/>
              <a:ext cx="321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Płatne działania reklamowe</a:t>
              </a:r>
              <a:endParaRPr b="1" sz="14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cxnSp>
        <p:nvCxnSpPr>
          <p:cNvPr id="128" name="Google Shape;128;p10"/>
          <p:cNvCxnSpPr/>
          <p:nvPr/>
        </p:nvCxnSpPr>
        <p:spPr>
          <a:xfrm rot="10800000">
            <a:off x="4122420" y="4772161"/>
            <a:ext cx="925015" cy="0"/>
          </a:xfrm>
          <a:prstGeom prst="straightConnector1">
            <a:avLst/>
          </a:prstGeom>
          <a:noFill/>
          <a:ln cap="rnd" cmpd="sng" w="19050">
            <a:solidFill>
              <a:schemeClr val="accent1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129" name="Google Shape;129;p10"/>
          <p:cNvCxnSpPr/>
          <p:nvPr/>
        </p:nvCxnSpPr>
        <p:spPr>
          <a:xfrm rot="10800000">
            <a:off x="6697126" y="5591344"/>
            <a:ext cx="602351" cy="0"/>
          </a:xfrm>
          <a:prstGeom prst="straightConnector1">
            <a:avLst/>
          </a:prstGeom>
          <a:noFill/>
          <a:ln cap="rnd" cmpd="sng" w="19050">
            <a:solidFill>
              <a:schemeClr val="accent6"/>
            </a:solidFill>
            <a:prstDash val="dash"/>
            <a:round/>
            <a:headEnd len="med" w="med" type="oval"/>
            <a:tailEnd len="med" w="med" type="oval"/>
          </a:ln>
        </p:spPr>
      </p:cxnSp>
      <p:grpSp>
        <p:nvGrpSpPr>
          <p:cNvPr id="130" name="Google Shape;130;p10"/>
          <p:cNvGrpSpPr/>
          <p:nvPr/>
        </p:nvGrpSpPr>
        <p:grpSpPr>
          <a:xfrm>
            <a:off x="7536138" y="5162600"/>
            <a:ext cx="3212544" cy="933577"/>
            <a:chOff x="127945" y="3681394"/>
            <a:chExt cx="2986732" cy="933577"/>
          </a:xfrm>
        </p:grpSpPr>
        <p:sp>
          <p:nvSpPr>
            <p:cNvPr id="131" name="Google Shape;131;p10"/>
            <p:cNvSpPr/>
            <p:nvPr/>
          </p:nvSpPr>
          <p:spPr>
            <a:xfrm>
              <a:off x="127945" y="3997238"/>
              <a:ext cx="2986732" cy="617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Comisięczne raportowanie wyników działań w Social Media i kampani płatnych. </a:t>
              </a:r>
              <a:endPara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0"/>
            <p:cNvSpPr txBox="1"/>
            <p:nvPr/>
          </p:nvSpPr>
          <p:spPr>
            <a:xfrm>
              <a:off x="127961" y="3681394"/>
              <a:ext cx="2934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6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Raportowanie wyników</a:t>
              </a:r>
              <a:endParaRPr b="1" sz="1400">
                <a:solidFill>
                  <a:schemeClr val="accent6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sp>
        <p:nvSpPr>
          <p:cNvPr id="133" name="Google Shape;133;p10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134" name="Google Shape;13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1"/>
          <p:cNvGrpSpPr/>
          <p:nvPr/>
        </p:nvGrpSpPr>
        <p:grpSpPr>
          <a:xfrm>
            <a:off x="7194650" y="2392167"/>
            <a:ext cx="1723373" cy="550383"/>
            <a:chOff x="7348537" y="2216720"/>
            <a:chExt cx="1723201" cy="550328"/>
          </a:xfrm>
        </p:grpSpPr>
        <p:cxnSp>
          <p:nvCxnSpPr>
            <p:cNvPr id="140" name="Google Shape;140;p11"/>
            <p:cNvCxnSpPr/>
            <p:nvPr/>
          </p:nvCxnSpPr>
          <p:spPr>
            <a:xfrm flipH="1" rot="10800000">
              <a:off x="7348537" y="2216720"/>
              <a:ext cx="832917" cy="550328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11"/>
            <p:cNvCxnSpPr/>
            <p:nvPr/>
          </p:nvCxnSpPr>
          <p:spPr>
            <a:xfrm>
              <a:off x="8181454" y="2216720"/>
              <a:ext cx="890284" cy="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2" name="Google Shape;142;p11"/>
          <p:cNvGrpSpPr/>
          <p:nvPr/>
        </p:nvGrpSpPr>
        <p:grpSpPr>
          <a:xfrm>
            <a:off x="3166950" y="2392179"/>
            <a:ext cx="1512433" cy="458276"/>
            <a:chOff x="3704421" y="1919536"/>
            <a:chExt cx="1512282" cy="458230"/>
          </a:xfrm>
        </p:grpSpPr>
        <p:cxnSp>
          <p:nvCxnSpPr>
            <p:cNvPr id="143" name="Google Shape;143;p11"/>
            <p:cNvCxnSpPr/>
            <p:nvPr/>
          </p:nvCxnSpPr>
          <p:spPr>
            <a:xfrm rot="10800000">
              <a:off x="4539313" y="1919536"/>
              <a:ext cx="677390" cy="45823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11"/>
            <p:cNvCxnSpPr/>
            <p:nvPr/>
          </p:nvCxnSpPr>
          <p:spPr>
            <a:xfrm rot="10800000">
              <a:off x="3704421" y="1919536"/>
              <a:ext cx="834893" cy="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5" name="Google Shape;145;p11"/>
          <p:cNvGrpSpPr/>
          <p:nvPr/>
        </p:nvGrpSpPr>
        <p:grpSpPr>
          <a:xfrm rot="833868">
            <a:off x="3183171" y="5275580"/>
            <a:ext cx="1716770" cy="344495"/>
            <a:chOff x="3720411" y="4805982"/>
            <a:chExt cx="1248418" cy="581600"/>
          </a:xfrm>
        </p:grpSpPr>
        <p:cxnSp>
          <p:nvCxnSpPr>
            <p:cNvPr id="146" name="Google Shape;146;p11"/>
            <p:cNvCxnSpPr/>
            <p:nvPr/>
          </p:nvCxnSpPr>
          <p:spPr>
            <a:xfrm flipH="1">
              <a:off x="4318233" y="4805982"/>
              <a:ext cx="650596" cy="58160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11"/>
            <p:cNvCxnSpPr/>
            <p:nvPr/>
          </p:nvCxnSpPr>
          <p:spPr>
            <a:xfrm rot="10800000">
              <a:off x="3720411" y="5387582"/>
              <a:ext cx="597821" cy="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8" name="Google Shape;148;p11"/>
          <p:cNvGrpSpPr/>
          <p:nvPr/>
        </p:nvGrpSpPr>
        <p:grpSpPr>
          <a:xfrm rot="10800000">
            <a:off x="7949845" y="4434637"/>
            <a:ext cx="714095" cy="205886"/>
            <a:chOff x="3720411" y="4805982"/>
            <a:chExt cx="1248418" cy="581600"/>
          </a:xfrm>
        </p:grpSpPr>
        <p:cxnSp>
          <p:nvCxnSpPr>
            <p:cNvPr id="149" name="Google Shape;149;p11"/>
            <p:cNvCxnSpPr/>
            <p:nvPr/>
          </p:nvCxnSpPr>
          <p:spPr>
            <a:xfrm flipH="1">
              <a:off x="4318233" y="4805982"/>
              <a:ext cx="650596" cy="58160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11"/>
            <p:cNvCxnSpPr/>
            <p:nvPr/>
          </p:nvCxnSpPr>
          <p:spPr>
            <a:xfrm rot="10800000">
              <a:off x="3720411" y="5387582"/>
              <a:ext cx="597821" cy="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med" w="med" type="oval"/>
            </a:ln>
          </p:spPr>
        </p:cxnSp>
      </p:grpSp>
      <p:sp>
        <p:nvSpPr>
          <p:cNvPr id="151" name="Google Shape;151;p11"/>
          <p:cNvSpPr/>
          <p:nvPr/>
        </p:nvSpPr>
        <p:spPr>
          <a:xfrm rot="833767">
            <a:off x="3993741" y="1718909"/>
            <a:ext cx="4224644" cy="4224644"/>
          </a:xfrm>
          <a:prstGeom prst="pie">
            <a:avLst>
              <a:gd fmla="val 11745055" name="adj1"/>
              <a:gd fmla="val 21257543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1"/>
          <p:cNvSpPr/>
          <p:nvPr/>
        </p:nvSpPr>
        <p:spPr>
          <a:xfrm rot="833767">
            <a:off x="3992459" y="1724088"/>
            <a:ext cx="4224644" cy="4224644"/>
          </a:xfrm>
          <a:prstGeom prst="pie">
            <a:avLst>
              <a:gd fmla="val 21241886" name="adj1"/>
              <a:gd fmla="val 4115615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1"/>
          <p:cNvSpPr/>
          <p:nvPr/>
        </p:nvSpPr>
        <p:spPr>
          <a:xfrm rot="833767">
            <a:off x="3991818" y="1726678"/>
            <a:ext cx="4224644" cy="4224644"/>
          </a:xfrm>
          <a:prstGeom prst="pie">
            <a:avLst>
              <a:gd fmla="val 4129504" name="adj1"/>
              <a:gd fmla="val 11828134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1"/>
          <p:cNvSpPr/>
          <p:nvPr/>
        </p:nvSpPr>
        <p:spPr>
          <a:xfrm rot="833767">
            <a:off x="3991498" y="1727973"/>
            <a:ext cx="4224644" cy="4224644"/>
          </a:xfrm>
          <a:prstGeom prst="pie">
            <a:avLst>
              <a:gd fmla="val 7828329" name="adj1"/>
              <a:gd fmla="val 1468405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2388139" y="364280"/>
            <a:ext cx="741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 5 filarów komunikacyjnych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9036294" y="1652308"/>
            <a:ext cx="163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3</a:t>
            </a:r>
            <a:r>
              <a:rPr b="0"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0%</a:t>
            </a:r>
            <a:endParaRPr/>
          </a:p>
        </p:txBody>
      </p:sp>
      <p:grpSp>
        <p:nvGrpSpPr>
          <p:cNvPr id="157" name="Google Shape;157;p11"/>
          <p:cNvGrpSpPr/>
          <p:nvPr/>
        </p:nvGrpSpPr>
        <p:grpSpPr>
          <a:xfrm>
            <a:off x="9036284" y="2241930"/>
            <a:ext cx="2950585" cy="620146"/>
            <a:chOff x="6096000" y="4339577"/>
            <a:chExt cx="3199506" cy="672464"/>
          </a:xfrm>
        </p:grpSpPr>
        <p:sp>
          <p:nvSpPr>
            <p:cNvPr id="158" name="Google Shape;158;p11"/>
            <p:cNvSpPr txBox="1"/>
            <p:nvPr/>
          </p:nvSpPr>
          <p:spPr>
            <a:xfrm>
              <a:off x="6096000" y="4678141"/>
              <a:ext cx="30078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 txBox="1"/>
            <p:nvPr/>
          </p:nvSpPr>
          <p:spPr>
            <a:xfrm>
              <a:off x="6096006" y="4339577"/>
              <a:ext cx="31995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Komunikacja z klientami</a:t>
              </a:r>
              <a:endParaRPr/>
            </a:p>
          </p:txBody>
        </p:sp>
      </p:grpSp>
      <p:sp>
        <p:nvSpPr>
          <p:cNvPr id="160" name="Google Shape;160;p11"/>
          <p:cNvSpPr txBox="1"/>
          <p:nvPr/>
        </p:nvSpPr>
        <p:spPr>
          <a:xfrm>
            <a:off x="8336869" y="5250001"/>
            <a:ext cx="143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10</a:t>
            </a:r>
            <a:r>
              <a:rPr b="0"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%</a:t>
            </a:r>
            <a:endParaRPr/>
          </a:p>
        </p:txBody>
      </p:sp>
      <p:grpSp>
        <p:nvGrpSpPr>
          <p:cNvPr id="161" name="Google Shape;161;p11"/>
          <p:cNvGrpSpPr/>
          <p:nvPr/>
        </p:nvGrpSpPr>
        <p:grpSpPr>
          <a:xfrm>
            <a:off x="8336859" y="5839642"/>
            <a:ext cx="3164723" cy="620127"/>
            <a:chOff x="6096000" y="4339598"/>
            <a:chExt cx="3431710" cy="672443"/>
          </a:xfrm>
        </p:grpSpPr>
        <p:sp>
          <p:nvSpPr>
            <p:cNvPr id="162" name="Google Shape;162;p11"/>
            <p:cNvSpPr txBox="1"/>
            <p:nvPr/>
          </p:nvSpPr>
          <p:spPr>
            <a:xfrm>
              <a:off x="6096000" y="4678141"/>
              <a:ext cx="30078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1"/>
            <p:cNvSpPr txBox="1"/>
            <p:nvPr/>
          </p:nvSpPr>
          <p:spPr>
            <a:xfrm>
              <a:off x="6096010" y="4339598"/>
              <a:ext cx="34317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Animacje i sezonowość</a:t>
              </a:r>
              <a:endParaRPr/>
            </a:p>
          </p:txBody>
        </p:sp>
      </p:grpSp>
      <p:sp>
        <p:nvSpPr>
          <p:cNvPr id="164" name="Google Shape;164;p11"/>
          <p:cNvSpPr txBox="1"/>
          <p:nvPr/>
        </p:nvSpPr>
        <p:spPr>
          <a:xfrm>
            <a:off x="1586763" y="4642976"/>
            <a:ext cx="148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2</a:t>
            </a:r>
            <a:r>
              <a:rPr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0</a:t>
            </a:r>
            <a:r>
              <a:rPr b="0"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%</a:t>
            </a:r>
            <a:endParaRPr/>
          </a:p>
        </p:txBody>
      </p:sp>
      <p:grpSp>
        <p:nvGrpSpPr>
          <p:cNvPr id="165" name="Google Shape;165;p11"/>
          <p:cNvGrpSpPr/>
          <p:nvPr/>
        </p:nvGrpSpPr>
        <p:grpSpPr>
          <a:xfrm>
            <a:off x="174174" y="5232617"/>
            <a:ext cx="2895247" cy="589141"/>
            <a:chOff x="5964300" y="4339598"/>
            <a:chExt cx="3139500" cy="638843"/>
          </a:xfrm>
        </p:grpSpPr>
        <p:sp>
          <p:nvSpPr>
            <p:cNvPr id="166" name="Google Shape;166;p11"/>
            <p:cNvSpPr txBox="1"/>
            <p:nvPr/>
          </p:nvSpPr>
          <p:spPr>
            <a:xfrm>
              <a:off x="6096000" y="4678141"/>
              <a:ext cx="30078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/>
            </a:p>
          </p:txBody>
        </p:sp>
        <p:sp>
          <p:nvSpPr>
            <p:cNvPr id="167" name="Google Shape;167;p11"/>
            <p:cNvSpPr txBox="1"/>
            <p:nvPr/>
          </p:nvSpPr>
          <p:spPr>
            <a:xfrm>
              <a:off x="5964300" y="4339598"/>
              <a:ext cx="31395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Asortyment i nowości</a:t>
              </a:r>
              <a:endParaRPr/>
            </a:p>
          </p:txBody>
        </p:sp>
      </p:grpSp>
      <p:sp>
        <p:nvSpPr>
          <p:cNvPr id="168" name="Google Shape;168;p11"/>
          <p:cNvSpPr txBox="1"/>
          <p:nvPr/>
        </p:nvSpPr>
        <p:spPr>
          <a:xfrm>
            <a:off x="1526042" y="1605783"/>
            <a:ext cx="148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3</a:t>
            </a:r>
            <a:r>
              <a:rPr b="0"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0%</a:t>
            </a:r>
            <a:endParaRPr/>
          </a:p>
        </p:txBody>
      </p:sp>
      <p:grpSp>
        <p:nvGrpSpPr>
          <p:cNvPr id="169" name="Google Shape;169;p11"/>
          <p:cNvGrpSpPr/>
          <p:nvPr/>
        </p:nvGrpSpPr>
        <p:grpSpPr>
          <a:xfrm>
            <a:off x="234903" y="2195414"/>
            <a:ext cx="2773793" cy="620137"/>
            <a:chOff x="6096000" y="4339587"/>
            <a:chExt cx="3007800" cy="672454"/>
          </a:xfrm>
        </p:grpSpPr>
        <p:sp>
          <p:nvSpPr>
            <p:cNvPr id="170" name="Google Shape;170;p11"/>
            <p:cNvSpPr txBox="1"/>
            <p:nvPr/>
          </p:nvSpPr>
          <p:spPr>
            <a:xfrm>
              <a:off x="6096000" y="4678141"/>
              <a:ext cx="30078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1"/>
            <p:cNvSpPr txBox="1"/>
            <p:nvPr/>
          </p:nvSpPr>
          <p:spPr>
            <a:xfrm>
              <a:off x="6835132" y="4339587"/>
              <a:ext cx="22686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Cena i promocje</a:t>
              </a:r>
              <a:endParaRPr/>
            </a:p>
          </p:txBody>
        </p:sp>
      </p:grpSp>
      <p:sp>
        <p:nvSpPr>
          <p:cNvPr id="172" name="Google Shape;172;p11"/>
          <p:cNvSpPr txBox="1"/>
          <p:nvPr/>
        </p:nvSpPr>
        <p:spPr>
          <a:xfrm>
            <a:off x="8773969" y="3694214"/>
            <a:ext cx="143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10</a:t>
            </a:r>
            <a:r>
              <a:rPr b="0"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%</a:t>
            </a:r>
            <a:endParaRPr/>
          </a:p>
        </p:txBody>
      </p:sp>
      <p:grpSp>
        <p:nvGrpSpPr>
          <p:cNvPr id="173" name="Google Shape;173;p11"/>
          <p:cNvGrpSpPr/>
          <p:nvPr/>
        </p:nvGrpSpPr>
        <p:grpSpPr>
          <a:xfrm>
            <a:off x="8773959" y="4283855"/>
            <a:ext cx="3164723" cy="620127"/>
            <a:chOff x="6096000" y="4339598"/>
            <a:chExt cx="3431710" cy="672443"/>
          </a:xfrm>
        </p:grpSpPr>
        <p:sp>
          <p:nvSpPr>
            <p:cNvPr id="174" name="Google Shape;174;p11"/>
            <p:cNvSpPr txBox="1"/>
            <p:nvPr/>
          </p:nvSpPr>
          <p:spPr>
            <a:xfrm>
              <a:off x="6096000" y="4678141"/>
              <a:ext cx="30078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6096010" y="4339598"/>
              <a:ext cx="34317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CSR i komunikacja wewn.</a:t>
              </a:r>
              <a:endParaRPr/>
            </a:p>
          </p:txBody>
        </p:sp>
      </p:grpSp>
      <p:sp>
        <p:nvSpPr>
          <p:cNvPr id="176" name="Google Shape;176;p11"/>
          <p:cNvSpPr/>
          <p:nvPr/>
        </p:nvSpPr>
        <p:spPr>
          <a:xfrm rot="833767">
            <a:off x="3993793" y="1718906"/>
            <a:ext cx="4224644" cy="4224644"/>
          </a:xfrm>
          <a:prstGeom prst="pie">
            <a:avLst>
              <a:gd fmla="val 21241886" name="adj1"/>
              <a:gd fmla="val 1818616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7" name="Google Shape;177;p11"/>
          <p:cNvGrpSpPr/>
          <p:nvPr/>
        </p:nvGrpSpPr>
        <p:grpSpPr>
          <a:xfrm flipH="1">
            <a:off x="7165565" y="5789017"/>
            <a:ext cx="1061972" cy="344599"/>
            <a:chOff x="3720332" y="4805982"/>
            <a:chExt cx="1248497" cy="581700"/>
          </a:xfrm>
        </p:grpSpPr>
        <p:cxnSp>
          <p:nvCxnSpPr>
            <p:cNvPr id="178" name="Google Shape;178;p11"/>
            <p:cNvCxnSpPr/>
            <p:nvPr/>
          </p:nvCxnSpPr>
          <p:spPr>
            <a:xfrm flipH="1">
              <a:off x="4318129" y="4805982"/>
              <a:ext cx="650700" cy="58170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1"/>
            <p:cNvCxnSpPr/>
            <p:nvPr/>
          </p:nvCxnSpPr>
          <p:spPr>
            <a:xfrm rot="10800000">
              <a:off x="3720332" y="5387582"/>
              <a:ext cx="597900" cy="0"/>
            </a:xfrm>
            <a:prstGeom prst="straightConnector1">
              <a:avLst/>
            </a:prstGeom>
            <a:noFill/>
            <a:ln cap="rnd" cmpd="sng" w="25400">
              <a:solidFill>
                <a:schemeClr val="lt2"/>
              </a:solidFill>
              <a:prstDash val="dash"/>
              <a:round/>
              <a:headEnd len="sm" w="sm" type="none"/>
              <a:tailEnd len="med" w="med" type="oval"/>
            </a:ln>
          </p:spPr>
        </p:cxnSp>
      </p:grpSp>
      <p:sp>
        <p:nvSpPr>
          <p:cNvPr id="180" name="Google Shape;180;p11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181" name="Google Shape;1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 title="Bez-nazwy-1_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7675" y="2458925"/>
            <a:ext cx="1028126" cy="9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1" title="Bez-nazwy-1_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2975" y="4020822"/>
            <a:ext cx="906874" cy="8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1" title="Bez-nazwy-1_0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3701" y="4827987"/>
            <a:ext cx="906875" cy="761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1" title="Bez-nazwy-1_0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7676" y="4957912"/>
            <a:ext cx="834750" cy="70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1" title="AdobeStock_188284431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9600" y="2760699"/>
            <a:ext cx="892550" cy="10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/>
          <p:nvPr/>
        </p:nvSpPr>
        <p:spPr>
          <a:xfrm>
            <a:off x="402800" y="1305245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2" name="Google Shape;192;p3" title="495329748_1576565913263993_7523239497619071089_n.jpg"/>
          <p:cNvPicPr preferRelativeResize="0"/>
          <p:nvPr/>
        </p:nvPicPr>
        <p:blipFill rotWithShape="1">
          <a:blip r:embed="rId3">
            <a:alphaModFix/>
          </a:blip>
          <a:srcRect b="-22504" l="0" r="-2533" t="0"/>
          <a:stretch/>
        </p:blipFill>
        <p:spPr>
          <a:xfrm>
            <a:off x="521450" y="1412520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"/>
          <p:cNvSpPr txBox="1"/>
          <p:nvPr/>
        </p:nvSpPr>
        <p:spPr>
          <a:xfrm>
            <a:off x="2534975" y="358775"/>
            <a:ext cx="92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Tematyka </a:t>
            </a:r>
            <a:r>
              <a:rPr lang="en-US" sz="36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 </a:t>
            </a:r>
            <a:r>
              <a:rPr lang="en-US" sz="36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publikowanych treści</a:t>
            </a:r>
            <a:endParaRPr sz="36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617450" y="3034843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Produkty </a:t>
            </a:r>
            <a:b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</a:b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 promocje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2329685" y="1305245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6" name="Google Shape;196;p3" title="558840222_1696964584557458_4401889281857056956_n.jpg"/>
          <p:cNvPicPr preferRelativeResize="0"/>
          <p:nvPr/>
        </p:nvPicPr>
        <p:blipFill rotWithShape="1">
          <a:blip r:embed="rId4">
            <a:alphaModFix/>
          </a:blip>
          <a:srcRect b="4425" l="0" r="0" t="0"/>
          <a:stretch/>
        </p:blipFill>
        <p:spPr>
          <a:xfrm>
            <a:off x="2448335" y="1412520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"/>
          <p:cNvSpPr/>
          <p:nvPr/>
        </p:nvSpPr>
        <p:spPr>
          <a:xfrm>
            <a:off x="2544325" y="3034842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Przepisy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4256550" y="1305240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9" name="Google Shape;199;p3" title="499053166_1582891812631403_4910184889849561269_n.jpg"/>
          <p:cNvPicPr preferRelativeResize="0"/>
          <p:nvPr/>
        </p:nvPicPr>
        <p:blipFill rotWithShape="1">
          <a:blip r:embed="rId5">
            <a:alphaModFix/>
          </a:blip>
          <a:srcRect b="-22504" l="0" r="-2533" t="0"/>
          <a:stretch/>
        </p:blipFill>
        <p:spPr>
          <a:xfrm>
            <a:off x="4375200" y="1412515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"/>
          <p:cNvSpPr/>
          <p:nvPr/>
        </p:nvSpPr>
        <p:spPr>
          <a:xfrm>
            <a:off x="4471200" y="3034844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Interakcje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6183435" y="1305240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2" name="Google Shape;202;p3" title="548207862_1678470426406874_9015280884447262180_n.jpg"/>
          <p:cNvPicPr preferRelativeResize="0"/>
          <p:nvPr/>
        </p:nvPicPr>
        <p:blipFill rotWithShape="1">
          <a:blip r:embed="rId6">
            <a:alphaModFix/>
          </a:blip>
          <a:srcRect b="-22504" l="0" r="-2533" t="0"/>
          <a:stretch/>
        </p:blipFill>
        <p:spPr>
          <a:xfrm>
            <a:off x="6302085" y="1412515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"/>
          <p:cNvSpPr/>
          <p:nvPr/>
        </p:nvSpPr>
        <p:spPr>
          <a:xfrm>
            <a:off x="6398075" y="3034843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BIO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8110300" y="1305245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5" name="Google Shape;205;p3" title="518170971_1625002828420301_6779325854250090764_n.jpg"/>
          <p:cNvPicPr preferRelativeResize="0"/>
          <p:nvPr/>
        </p:nvPicPr>
        <p:blipFill rotWithShape="1">
          <a:blip r:embed="rId7">
            <a:alphaModFix/>
          </a:blip>
          <a:srcRect b="-19503" l="-1140" r="1140" t="0"/>
          <a:stretch/>
        </p:blipFill>
        <p:spPr>
          <a:xfrm>
            <a:off x="8228950" y="1412520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"/>
          <p:cNvSpPr/>
          <p:nvPr/>
        </p:nvSpPr>
        <p:spPr>
          <a:xfrm>
            <a:off x="8324950" y="3034842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Karta Jedyna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10037185" y="1305245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8" name="Google Shape;208;p3" title="520272852_1632797614307489_3156628018630217052_n.jpg"/>
          <p:cNvPicPr preferRelativeResize="0"/>
          <p:nvPr/>
        </p:nvPicPr>
        <p:blipFill rotWithShape="1">
          <a:blip r:embed="rId8">
            <a:alphaModFix/>
          </a:blip>
          <a:srcRect b="-22504" l="0" r="-2533" t="0"/>
          <a:stretch/>
        </p:blipFill>
        <p:spPr>
          <a:xfrm>
            <a:off x="10155835" y="1412520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/>
          <p:nvPr/>
        </p:nvSpPr>
        <p:spPr>
          <a:xfrm>
            <a:off x="10251825" y="3034842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Produkcja własna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402813" y="3839720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1" name="Google Shape;211;p3" title="558258142_1693418388245411_6227919833485488643_n.jpg"/>
          <p:cNvPicPr preferRelativeResize="0"/>
          <p:nvPr/>
        </p:nvPicPr>
        <p:blipFill rotWithShape="1">
          <a:blip r:embed="rId9">
            <a:alphaModFix/>
          </a:blip>
          <a:srcRect b="2208" l="0" r="0" t="2217"/>
          <a:stretch/>
        </p:blipFill>
        <p:spPr>
          <a:xfrm>
            <a:off x="521463" y="3946995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"/>
          <p:cNvSpPr/>
          <p:nvPr/>
        </p:nvSpPr>
        <p:spPr>
          <a:xfrm>
            <a:off x="617450" y="5569318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Pytania do użytkowników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2329698" y="3839720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4" name="Google Shape;214;p3" title="552703211_1683568452563738_6862571855452440756_n.jpg"/>
          <p:cNvPicPr preferRelativeResize="0"/>
          <p:nvPr/>
        </p:nvPicPr>
        <p:blipFill rotWithShape="1">
          <a:blip r:embed="rId10">
            <a:alphaModFix/>
          </a:blip>
          <a:srcRect b="-19474" l="0" r="0" t="0"/>
          <a:stretch/>
        </p:blipFill>
        <p:spPr>
          <a:xfrm>
            <a:off x="2448348" y="3946995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"/>
          <p:cNvSpPr/>
          <p:nvPr/>
        </p:nvSpPr>
        <p:spPr>
          <a:xfrm>
            <a:off x="2544350" y="5569317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CSR i ekologia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4256563" y="3839715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7" name="Google Shape;217;p3" title="557638340_1695977691322814_2047861794602217524_n.jpg"/>
          <p:cNvPicPr preferRelativeResize="0"/>
          <p:nvPr/>
        </p:nvPicPr>
        <p:blipFill rotWithShape="1">
          <a:blip r:embed="rId11">
            <a:alphaModFix/>
          </a:blip>
          <a:srcRect b="2208" l="0" r="0" t="2217"/>
          <a:stretch/>
        </p:blipFill>
        <p:spPr>
          <a:xfrm>
            <a:off x="4375213" y="3946990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"/>
          <p:cNvSpPr/>
          <p:nvPr/>
        </p:nvSpPr>
        <p:spPr>
          <a:xfrm>
            <a:off x="4471200" y="5569319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Porady i ciekawostki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6183448" y="3839715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3" title="557951984_1698556887731561_4162657173864076742_n.jpg"/>
          <p:cNvPicPr preferRelativeResize="0"/>
          <p:nvPr/>
        </p:nvPicPr>
        <p:blipFill rotWithShape="1">
          <a:blip r:embed="rId12">
            <a:alphaModFix/>
          </a:blip>
          <a:srcRect b="2208" l="0" r="0" t="2217"/>
          <a:stretch/>
        </p:blipFill>
        <p:spPr>
          <a:xfrm>
            <a:off x="6302098" y="3946990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"/>
          <p:cNvSpPr/>
          <p:nvPr/>
        </p:nvSpPr>
        <p:spPr>
          <a:xfrm>
            <a:off x="6398100" y="5569318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eSklep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8110313" y="3839720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3" name="Google Shape;223;p3" title="520348639_1633528424234408_4693608796387780601_n.jpg"/>
          <p:cNvPicPr preferRelativeResize="0"/>
          <p:nvPr/>
        </p:nvPicPr>
        <p:blipFill rotWithShape="1">
          <a:blip r:embed="rId13">
            <a:alphaModFix/>
          </a:blip>
          <a:srcRect b="-22489" l="0" r="-2533" t="0"/>
          <a:stretch/>
        </p:blipFill>
        <p:spPr>
          <a:xfrm>
            <a:off x="8228963" y="3946995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"/>
          <p:cNvSpPr/>
          <p:nvPr/>
        </p:nvSpPr>
        <p:spPr>
          <a:xfrm>
            <a:off x="8324950" y="5569318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Łamigłówki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10037198" y="3839720"/>
            <a:ext cx="1752000" cy="220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sx="103000" rotWithShape="0" algn="ctr" sy="103000">
              <a:srgbClr val="000000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6" name="Google Shape;226;p3" title="493398520_1567829064137678_7491890997122829207_n.jpg"/>
          <p:cNvPicPr preferRelativeResize="0"/>
          <p:nvPr/>
        </p:nvPicPr>
        <p:blipFill rotWithShape="1">
          <a:blip r:embed="rId14">
            <a:alphaModFix/>
          </a:blip>
          <a:srcRect b="-22489" l="0" r="-2533" t="0"/>
          <a:stretch/>
        </p:blipFill>
        <p:spPr>
          <a:xfrm>
            <a:off x="10155848" y="3946995"/>
            <a:ext cx="1512525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"/>
          <p:cNvSpPr/>
          <p:nvPr/>
        </p:nvSpPr>
        <p:spPr>
          <a:xfrm>
            <a:off x="10251850" y="5569318"/>
            <a:ext cx="1322700" cy="47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Święta i okazje</a:t>
            </a:r>
            <a:endParaRPr sz="12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229" name="Google Shape;229;p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21"/>
          <p:cNvGrpSpPr/>
          <p:nvPr/>
        </p:nvGrpSpPr>
        <p:grpSpPr>
          <a:xfrm>
            <a:off x="9182100" y="3922713"/>
            <a:ext cx="2586038" cy="2954337"/>
            <a:chOff x="9182100" y="3922713"/>
            <a:chExt cx="2586038" cy="2954337"/>
          </a:xfrm>
        </p:grpSpPr>
        <p:sp>
          <p:nvSpPr>
            <p:cNvPr id="235" name="Google Shape;235;p21"/>
            <p:cNvSpPr/>
            <p:nvPr/>
          </p:nvSpPr>
          <p:spPr>
            <a:xfrm>
              <a:off x="9725025" y="5332413"/>
              <a:ext cx="1520825" cy="444500"/>
            </a:xfrm>
            <a:custGeom>
              <a:rect b="b" l="l" r="r" t="t"/>
              <a:pathLst>
                <a:path extrusionOk="0" h="277" w="948">
                  <a:moveTo>
                    <a:pt x="631" y="0"/>
                  </a:moveTo>
                  <a:cubicBezTo>
                    <a:pt x="629" y="3"/>
                    <a:pt x="335" y="26"/>
                    <a:pt x="313" y="4"/>
                  </a:cubicBezTo>
                  <a:cubicBezTo>
                    <a:pt x="265" y="76"/>
                    <a:pt x="164" y="59"/>
                    <a:pt x="81" y="79"/>
                  </a:cubicBezTo>
                  <a:cubicBezTo>
                    <a:pt x="0" y="98"/>
                    <a:pt x="78" y="185"/>
                    <a:pt x="78" y="258"/>
                  </a:cubicBezTo>
                  <a:cubicBezTo>
                    <a:pt x="948" y="277"/>
                    <a:pt x="948" y="277"/>
                    <a:pt x="948" y="277"/>
                  </a:cubicBezTo>
                  <a:cubicBezTo>
                    <a:pt x="948" y="204"/>
                    <a:pt x="947" y="95"/>
                    <a:pt x="863" y="75"/>
                  </a:cubicBezTo>
                  <a:cubicBezTo>
                    <a:pt x="780" y="56"/>
                    <a:pt x="676" y="75"/>
                    <a:pt x="631" y="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9807575" y="5594350"/>
              <a:ext cx="1358900" cy="1282700"/>
            </a:xfrm>
            <a:custGeom>
              <a:rect b="b" l="l" r="r" t="t"/>
              <a:pathLst>
                <a:path extrusionOk="0" h="799" w="848">
                  <a:moveTo>
                    <a:pt x="81" y="0"/>
                  </a:moveTo>
                  <a:cubicBezTo>
                    <a:pt x="767" y="0"/>
                    <a:pt x="767" y="0"/>
                    <a:pt x="767" y="0"/>
                  </a:cubicBezTo>
                  <a:cubicBezTo>
                    <a:pt x="792" y="376"/>
                    <a:pt x="804" y="549"/>
                    <a:pt x="848" y="799"/>
                  </a:cubicBezTo>
                  <a:cubicBezTo>
                    <a:pt x="0" y="799"/>
                    <a:pt x="0" y="799"/>
                    <a:pt x="0" y="799"/>
                  </a:cubicBezTo>
                  <a:cubicBezTo>
                    <a:pt x="44" y="517"/>
                    <a:pt x="55" y="399"/>
                    <a:pt x="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10964863" y="5322888"/>
              <a:ext cx="596900" cy="1162050"/>
            </a:xfrm>
            <a:custGeom>
              <a:rect b="b" l="l" r="r" t="t"/>
              <a:pathLst>
                <a:path extrusionOk="0" h="724" w="372">
                  <a:moveTo>
                    <a:pt x="43" y="286"/>
                  </a:moveTo>
                  <a:cubicBezTo>
                    <a:pt x="177" y="616"/>
                    <a:pt x="177" y="616"/>
                    <a:pt x="177" y="616"/>
                  </a:cubicBezTo>
                  <a:cubicBezTo>
                    <a:pt x="220" y="724"/>
                    <a:pt x="372" y="679"/>
                    <a:pt x="332" y="569"/>
                  </a:cubicBezTo>
                  <a:cubicBezTo>
                    <a:pt x="163" y="109"/>
                    <a:pt x="163" y="109"/>
                    <a:pt x="163" y="109"/>
                  </a:cubicBezTo>
                  <a:cubicBezTo>
                    <a:pt x="123" y="0"/>
                    <a:pt x="0" y="178"/>
                    <a:pt x="43" y="2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11022013" y="6091238"/>
              <a:ext cx="577850" cy="568325"/>
            </a:xfrm>
            <a:custGeom>
              <a:rect b="b" l="l" r="r" t="t"/>
              <a:pathLst>
                <a:path extrusionOk="0" h="354" w="360">
                  <a:moveTo>
                    <a:pt x="174" y="277"/>
                  </a:moveTo>
                  <a:cubicBezTo>
                    <a:pt x="273" y="189"/>
                    <a:pt x="273" y="189"/>
                    <a:pt x="273" y="189"/>
                  </a:cubicBezTo>
                  <a:cubicBezTo>
                    <a:pt x="360" y="112"/>
                    <a:pt x="191" y="0"/>
                    <a:pt x="127" y="97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0" y="289"/>
                    <a:pt x="87" y="354"/>
                    <a:pt x="174" y="2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10964863" y="6486525"/>
              <a:ext cx="107950" cy="79375"/>
            </a:xfrm>
            <a:custGeom>
              <a:rect b="b" l="l" r="r" t="t"/>
              <a:pathLst>
                <a:path extrusionOk="0" h="50" w="68">
                  <a:moveTo>
                    <a:pt x="64" y="10"/>
                  </a:moveTo>
                  <a:cubicBezTo>
                    <a:pt x="64" y="10"/>
                    <a:pt x="64" y="10"/>
                    <a:pt x="64" y="10"/>
                  </a:cubicBezTo>
                  <a:cubicBezTo>
                    <a:pt x="60" y="3"/>
                    <a:pt x="51" y="0"/>
                    <a:pt x="44" y="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2" y="23"/>
                    <a:pt x="0" y="33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7" y="47"/>
                    <a:pt x="16" y="50"/>
                    <a:pt x="24" y="47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65" y="27"/>
                    <a:pt x="68" y="18"/>
                    <a:pt x="64" y="1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11026775" y="6454775"/>
              <a:ext cx="274637" cy="182563"/>
            </a:xfrm>
            <a:custGeom>
              <a:rect b="b" l="l" r="r" t="t"/>
              <a:pathLst>
                <a:path extrusionOk="0" h="114" w="171">
                  <a:moveTo>
                    <a:pt x="83" y="0"/>
                  </a:moveTo>
                  <a:cubicBezTo>
                    <a:pt x="36" y="0"/>
                    <a:pt x="0" y="16"/>
                    <a:pt x="0" y="51"/>
                  </a:cubicBezTo>
                  <a:cubicBezTo>
                    <a:pt x="0" y="85"/>
                    <a:pt x="38" y="114"/>
                    <a:pt x="85" y="114"/>
                  </a:cubicBezTo>
                  <a:cubicBezTo>
                    <a:pt x="133" y="114"/>
                    <a:pt x="171" y="85"/>
                    <a:pt x="171" y="51"/>
                  </a:cubicBezTo>
                  <a:cubicBezTo>
                    <a:pt x="171" y="16"/>
                    <a:pt x="130" y="0"/>
                    <a:pt x="83" y="0"/>
                  </a:cubicBezTo>
                  <a:close/>
                </a:path>
              </a:pathLst>
            </a:custGeom>
            <a:solidFill>
              <a:srgbClr val="F5CD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11245850" y="6432550"/>
              <a:ext cx="69850" cy="88900"/>
            </a:xfrm>
            <a:custGeom>
              <a:rect b="b" l="l" r="r" t="t"/>
              <a:pathLst>
                <a:path extrusionOk="0" h="56" w="44">
                  <a:moveTo>
                    <a:pt x="33" y="3"/>
                  </a:moveTo>
                  <a:cubicBezTo>
                    <a:pt x="33" y="3"/>
                    <a:pt x="33" y="3"/>
                    <a:pt x="33" y="3"/>
                  </a:cubicBezTo>
                  <a:cubicBezTo>
                    <a:pt x="25" y="0"/>
                    <a:pt x="17" y="3"/>
                    <a:pt x="13" y="11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0" y="41"/>
                    <a:pt x="4" y="50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9" y="56"/>
                    <a:pt x="28" y="53"/>
                    <a:pt x="31" y="45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4" y="15"/>
                    <a:pt x="40" y="6"/>
                    <a:pt x="33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11153775" y="6419850"/>
              <a:ext cx="95250" cy="157163"/>
            </a:xfrm>
            <a:custGeom>
              <a:rect b="b" l="l" r="r" t="t"/>
              <a:pathLst>
                <a:path extrusionOk="0" h="97" w="59">
                  <a:moveTo>
                    <a:pt x="48" y="3"/>
                  </a:moveTo>
                  <a:cubicBezTo>
                    <a:pt x="48" y="3"/>
                    <a:pt x="48" y="3"/>
                    <a:pt x="48" y="3"/>
                  </a:cubicBezTo>
                  <a:cubicBezTo>
                    <a:pt x="41" y="0"/>
                    <a:pt x="32" y="4"/>
                    <a:pt x="29" y="11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0" y="82"/>
                    <a:pt x="3" y="91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9" y="97"/>
                    <a:pt x="27" y="93"/>
                    <a:pt x="30" y="86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9" y="15"/>
                    <a:pt x="56" y="6"/>
                    <a:pt x="48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11093450" y="6416675"/>
              <a:ext cx="95250" cy="157163"/>
            </a:xfrm>
            <a:custGeom>
              <a:rect b="b" l="l" r="r" t="t"/>
              <a:pathLst>
                <a:path extrusionOk="0" h="97" w="60">
                  <a:moveTo>
                    <a:pt x="49" y="3"/>
                  </a:moveTo>
                  <a:cubicBezTo>
                    <a:pt x="49" y="3"/>
                    <a:pt x="49" y="3"/>
                    <a:pt x="49" y="3"/>
                  </a:cubicBezTo>
                  <a:cubicBezTo>
                    <a:pt x="41" y="0"/>
                    <a:pt x="32" y="3"/>
                    <a:pt x="29" y="11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0" y="82"/>
                    <a:pt x="3" y="90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8" y="97"/>
                    <a:pt x="27" y="93"/>
                    <a:pt x="30" y="8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60" y="15"/>
                    <a:pt x="56" y="6"/>
                    <a:pt x="49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11029950" y="6418263"/>
              <a:ext cx="96837" cy="157163"/>
            </a:xfrm>
            <a:custGeom>
              <a:rect b="b" l="l" r="r" t="t"/>
              <a:pathLst>
                <a:path extrusionOk="0" h="97" w="60">
                  <a:moveTo>
                    <a:pt x="49" y="3"/>
                  </a:moveTo>
                  <a:cubicBezTo>
                    <a:pt x="49" y="3"/>
                    <a:pt x="49" y="3"/>
                    <a:pt x="49" y="3"/>
                  </a:cubicBezTo>
                  <a:cubicBezTo>
                    <a:pt x="41" y="0"/>
                    <a:pt x="32" y="4"/>
                    <a:pt x="29" y="11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0" y="82"/>
                    <a:pt x="4" y="91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9" y="97"/>
                    <a:pt x="28" y="93"/>
                    <a:pt x="31" y="8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60" y="15"/>
                    <a:pt x="56" y="6"/>
                    <a:pt x="49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10291763" y="4899025"/>
              <a:ext cx="382587" cy="576263"/>
            </a:xfrm>
            <a:prstGeom prst="rect">
              <a:avLst/>
            </a:pr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10291763" y="4872038"/>
              <a:ext cx="382587" cy="390525"/>
            </a:xfrm>
            <a:custGeom>
              <a:rect b="b" l="l" r="r" t="t"/>
              <a:pathLst>
                <a:path extrusionOk="0" h="243" w="239">
                  <a:moveTo>
                    <a:pt x="173" y="0"/>
                  </a:moveTo>
                  <a:cubicBezTo>
                    <a:pt x="239" y="0"/>
                    <a:pt x="239" y="0"/>
                    <a:pt x="239" y="0"/>
                  </a:cubicBezTo>
                  <a:cubicBezTo>
                    <a:pt x="239" y="243"/>
                    <a:pt x="239" y="243"/>
                    <a:pt x="239" y="24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47" y="66"/>
                    <a:pt x="107" y="24"/>
                    <a:pt x="173" y="0"/>
                  </a:cubicBezTo>
                  <a:close/>
                </a:path>
              </a:pathLst>
            </a:custGeom>
            <a:solidFill>
              <a:srgbClr val="E0B9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9424988" y="5322888"/>
              <a:ext cx="595312" cy="1162050"/>
            </a:xfrm>
            <a:custGeom>
              <a:rect b="b" l="l" r="r" t="t"/>
              <a:pathLst>
                <a:path extrusionOk="0" h="724" w="371">
                  <a:moveTo>
                    <a:pt x="328" y="286"/>
                  </a:moveTo>
                  <a:cubicBezTo>
                    <a:pt x="195" y="616"/>
                    <a:pt x="195" y="616"/>
                    <a:pt x="195" y="616"/>
                  </a:cubicBezTo>
                  <a:cubicBezTo>
                    <a:pt x="151" y="724"/>
                    <a:pt x="0" y="679"/>
                    <a:pt x="40" y="569"/>
                  </a:cubicBezTo>
                  <a:cubicBezTo>
                    <a:pt x="208" y="109"/>
                    <a:pt x="208" y="109"/>
                    <a:pt x="208" y="109"/>
                  </a:cubicBezTo>
                  <a:cubicBezTo>
                    <a:pt x="248" y="0"/>
                    <a:pt x="371" y="178"/>
                    <a:pt x="328" y="2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10194925" y="5162550"/>
              <a:ext cx="544512" cy="377825"/>
            </a:xfrm>
            <a:custGeom>
              <a:rect b="b" l="l" r="r" t="t"/>
              <a:pathLst>
                <a:path extrusionOk="0" h="236" w="340">
                  <a:moveTo>
                    <a:pt x="26" y="4"/>
                  </a:moveTo>
                  <a:cubicBezTo>
                    <a:pt x="126" y="32"/>
                    <a:pt x="222" y="35"/>
                    <a:pt x="313" y="4"/>
                  </a:cubicBezTo>
                  <a:cubicBezTo>
                    <a:pt x="327" y="0"/>
                    <a:pt x="340" y="16"/>
                    <a:pt x="340" y="31"/>
                  </a:cubicBezTo>
                  <a:cubicBezTo>
                    <a:pt x="340" y="210"/>
                    <a:pt x="340" y="210"/>
                    <a:pt x="340" y="210"/>
                  </a:cubicBezTo>
                  <a:cubicBezTo>
                    <a:pt x="340" y="224"/>
                    <a:pt x="328" y="236"/>
                    <a:pt x="313" y="236"/>
                  </a:cubicBezTo>
                  <a:cubicBezTo>
                    <a:pt x="26" y="236"/>
                    <a:pt x="26" y="236"/>
                    <a:pt x="26" y="236"/>
                  </a:cubicBezTo>
                  <a:cubicBezTo>
                    <a:pt x="11" y="236"/>
                    <a:pt x="0" y="224"/>
                    <a:pt x="0" y="21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6"/>
                    <a:pt x="12" y="0"/>
                    <a:pt x="26" y="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9940925" y="4078288"/>
              <a:ext cx="1090612" cy="1058863"/>
            </a:xfrm>
            <a:custGeom>
              <a:rect b="b" l="l" r="r" t="t"/>
              <a:pathLst>
                <a:path extrusionOk="0" h="660" w="680">
                  <a:moveTo>
                    <a:pt x="335" y="660"/>
                  </a:moveTo>
                  <a:cubicBezTo>
                    <a:pt x="237" y="660"/>
                    <a:pt x="134" y="584"/>
                    <a:pt x="83" y="494"/>
                  </a:cubicBezTo>
                  <a:cubicBezTo>
                    <a:pt x="0" y="346"/>
                    <a:pt x="108" y="0"/>
                    <a:pt x="335" y="0"/>
                  </a:cubicBezTo>
                  <a:cubicBezTo>
                    <a:pt x="562" y="0"/>
                    <a:pt x="680" y="347"/>
                    <a:pt x="587" y="492"/>
                  </a:cubicBezTo>
                  <a:cubicBezTo>
                    <a:pt x="513" y="606"/>
                    <a:pt x="433" y="660"/>
                    <a:pt x="335" y="660"/>
                  </a:cubicBezTo>
                  <a:close/>
                </a:path>
              </a:pathLst>
            </a:cu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9931400" y="4533900"/>
              <a:ext cx="187325" cy="257175"/>
            </a:xfrm>
            <a:custGeom>
              <a:rect b="b" l="l" r="r" t="t"/>
              <a:pathLst>
                <a:path extrusionOk="0" h="161" w="117">
                  <a:moveTo>
                    <a:pt x="28" y="10"/>
                  </a:moveTo>
                  <a:cubicBezTo>
                    <a:pt x="51" y="0"/>
                    <a:pt x="83" y="24"/>
                    <a:pt x="100" y="63"/>
                  </a:cubicBezTo>
                  <a:cubicBezTo>
                    <a:pt x="117" y="102"/>
                    <a:pt x="112" y="142"/>
                    <a:pt x="89" y="152"/>
                  </a:cubicBezTo>
                  <a:cubicBezTo>
                    <a:pt x="66" y="161"/>
                    <a:pt x="34" y="137"/>
                    <a:pt x="17" y="98"/>
                  </a:cubicBezTo>
                  <a:cubicBezTo>
                    <a:pt x="0" y="59"/>
                    <a:pt x="5" y="19"/>
                    <a:pt x="28" y="10"/>
                  </a:cubicBezTo>
                  <a:close/>
                </a:path>
              </a:pathLst>
            </a:cu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10847388" y="4533900"/>
              <a:ext cx="187325" cy="257175"/>
            </a:xfrm>
            <a:custGeom>
              <a:rect b="b" l="l" r="r" t="t"/>
              <a:pathLst>
                <a:path extrusionOk="0" h="161" w="117">
                  <a:moveTo>
                    <a:pt x="89" y="10"/>
                  </a:moveTo>
                  <a:cubicBezTo>
                    <a:pt x="66" y="0"/>
                    <a:pt x="34" y="24"/>
                    <a:pt x="17" y="63"/>
                  </a:cubicBezTo>
                  <a:cubicBezTo>
                    <a:pt x="0" y="102"/>
                    <a:pt x="5" y="142"/>
                    <a:pt x="28" y="152"/>
                  </a:cubicBezTo>
                  <a:cubicBezTo>
                    <a:pt x="51" y="161"/>
                    <a:pt x="83" y="137"/>
                    <a:pt x="100" y="98"/>
                  </a:cubicBezTo>
                  <a:cubicBezTo>
                    <a:pt x="117" y="59"/>
                    <a:pt x="112" y="19"/>
                    <a:pt x="89" y="10"/>
                  </a:cubicBezTo>
                  <a:close/>
                </a:path>
              </a:pathLst>
            </a:cu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10036175" y="4583113"/>
              <a:ext cx="123825" cy="104775"/>
            </a:xfrm>
            <a:custGeom>
              <a:rect b="b" l="l" r="r" t="t"/>
              <a:pathLst>
                <a:path extrusionOk="0" h="66" w="78">
                  <a:moveTo>
                    <a:pt x="78" y="54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78" y="66"/>
                  </a:lnTo>
                  <a:lnTo>
                    <a:pt x="78" y="5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10804525" y="4583113"/>
              <a:ext cx="123825" cy="104775"/>
            </a:xfrm>
            <a:custGeom>
              <a:rect b="b" l="l" r="r" t="t"/>
              <a:pathLst>
                <a:path extrusionOk="0" h="66" w="78">
                  <a:moveTo>
                    <a:pt x="0" y="54"/>
                  </a:moveTo>
                  <a:lnTo>
                    <a:pt x="78" y="0"/>
                  </a:lnTo>
                  <a:lnTo>
                    <a:pt x="78" y="12"/>
                  </a:lnTo>
                  <a:lnTo>
                    <a:pt x="0" y="66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9885363" y="3922713"/>
              <a:ext cx="1316037" cy="931863"/>
            </a:xfrm>
            <a:custGeom>
              <a:rect b="b" l="l" r="r" t="t"/>
              <a:pathLst>
                <a:path extrusionOk="0" h="580" w="821">
                  <a:moveTo>
                    <a:pt x="821" y="445"/>
                  </a:moveTo>
                  <a:cubicBezTo>
                    <a:pt x="703" y="439"/>
                    <a:pt x="668" y="389"/>
                    <a:pt x="659" y="257"/>
                  </a:cubicBezTo>
                  <a:cubicBezTo>
                    <a:pt x="643" y="24"/>
                    <a:pt x="200" y="0"/>
                    <a:pt x="138" y="144"/>
                  </a:cubicBezTo>
                  <a:cubicBezTo>
                    <a:pt x="0" y="260"/>
                    <a:pt x="120" y="580"/>
                    <a:pt x="110" y="497"/>
                  </a:cubicBezTo>
                  <a:cubicBezTo>
                    <a:pt x="99" y="415"/>
                    <a:pt x="127" y="344"/>
                    <a:pt x="163" y="285"/>
                  </a:cubicBezTo>
                  <a:cubicBezTo>
                    <a:pt x="208" y="374"/>
                    <a:pt x="309" y="455"/>
                    <a:pt x="416" y="446"/>
                  </a:cubicBezTo>
                  <a:cubicBezTo>
                    <a:pt x="343" y="388"/>
                    <a:pt x="302" y="363"/>
                    <a:pt x="286" y="269"/>
                  </a:cubicBezTo>
                  <a:cubicBezTo>
                    <a:pt x="338" y="411"/>
                    <a:pt x="578" y="499"/>
                    <a:pt x="821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11609388" y="6532563"/>
              <a:ext cx="158750" cy="103188"/>
            </a:xfrm>
            <a:custGeom>
              <a:rect b="b" l="l" r="r" t="t"/>
              <a:pathLst>
                <a:path extrusionOk="0" h="64" w="99">
                  <a:moveTo>
                    <a:pt x="50" y="0"/>
                  </a:moveTo>
                  <a:cubicBezTo>
                    <a:pt x="75" y="0"/>
                    <a:pt x="95" y="24"/>
                    <a:pt x="99" y="55"/>
                  </a:cubicBezTo>
                  <a:cubicBezTo>
                    <a:pt x="99" y="58"/>
                    <a:pt x="97" y="64"/>
                    <a:pt x="91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6" y="64"/>
                    <a:pt x="0" y="62"/>
                    <a:pt x="1" y="55"/>
                  </a:cubicBezTo>
                  <a:cubicBezTo>
                    <a:pt x="4" y="24"/>
                    <a:pt x="25" y="0"/>
                    <a:pt x="50" y="0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10155238" y="4648200"/>
              <a:ext cx="654050" cy="222250"/>
            </a:xfrm>
            <a:custGeom>
              <a:rect b="b" l="l" r="r" t="t"/>
              <a:pathLst>
                <a:path extrusionOk="0" h="138" w="408">
                  <a:moveTo>
                    <a:pt x="308" y="137"/>
                  </a:moveTo>
                  <a:cubicBezTo>
                    <a:pt x="310" y="137"/>
                    <a:pt x="312" y="137"/>
                    <a:pt x="315" y="137"/>
                  </a:cubicBezTo>
                  <a:cubicBezTo>
                    <a:pt x="369" y="133"/>
                    <a:pt x="381" y="110"/>
                    <a:pt x="386" y="82"/>
                  </a:cubicBezTo>
                  <a:cubicBezTo>
                    <a:pt x="392" y="50"/>
                    <a:pt x="392" y="39"/>
                    <a:pt x="401" y="37"/>
                  </a:cubicBezTo>
                  <a:cubicBezTo>
                    <a:pt x="407" y="34"/>
                    <a:pt x="408" y="27"/>
                    <a:pt x="408" y="19"/>
                  </a:cubicBezTo>
                  <a:cubicBezTo>
                    <a:pt x="407" y="11"/>
                    <a:pt x="407" y="10"/>
                    <a:pt x="396" y="7"/>
                  </a:cubicBezTo>
                  <a:cubicBezTo>
                    <a:pt x="388" y="4"/>
                    <a:pt x="342" y="0"/>
                    <a:pt x="308" y="2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35" y="10"/>
                    <a:pt x="361" y="13"/>
                    <a:pt x="368" y="17"/>
                  </a:cubicBezTo>
                  <a:cubicBezTo>
                    <a:pt x="386" y="27"/>
                    <a:pt x="383" y="78"/>
                    <a:pt x="369" y="103"/>
                  </a:cubicBezTo>
                  <a:cubicBezTo>
                    <a:pt x="359" y="120"/>
                    <a:pt x="332" y="129"/>
                    <a:pt x="308" y="129"/>
                  </a:cubicBezTo>
                  <a:lnTo>
                    <a:pt x="308" y="137"/>
                  </a:lnTo>
                  <a:close/>
                  <a:moveTo>
                    <a:pt x="204" y="19"/>
                  </a:moveTo>
                  <a:cubicBezTo>
                    <a:pt x="192" y="19"/>
                    <a:pt x="142" y="6"/>
                    <a:pt x="107" y="3"/>
                  </a:cubicBezTo>
                  <a:cubicBezTo>
                    <a:pt x="105" y="3"/>
                    <a:pt x="103" y="3"/>
                    <a:pt x="101" y="3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29" y="13"/>
                    <a:pt x="158" y="19"/>
                    <a:pt x="168" y="32"/>
                  </a:cubicBezTo>
                  <a:cubicBezTo>
                    <a:pt x="186" y="55"/>
                    <a:pt x="158" y="111"/>
                    <a:pt x="132" y="124"/>
                  </a:cubicBezTo>
                  <a:cubicBezTo>
                    <a:pt x="123" y="128"/>
                    <a:pt x="112" y="130"/>
                    <a:pt x="101" y="130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48" y="138"/>
                    <a:pt x="165" y="107"/>
                    <a:pt x="170" y="96"/>
                  </a:cubicBezTo>
                  <a:cubicBezTo>
                    <a:pt x="181" y="76"/>
                    <a:pt x="177" y="49"/>
                    <a:pt x="204" y="49"/>
                  </a:cubicBezTo>
                  <a:cubicBezTo>
                    <a:pt x="231" y="49"/>
                    <a:pt x="228" y="76"/>
                    <a:pt x="239" y="95"/>
                  </a:cubicBezTo>
                  <a:cubicBezTo>
                    <a:pt x="244" y="106"/>
                    <a:pt x="260" y="138"/>
                    <a:pt x="308" y="137"/>
                  </a:cubicBezTo>
                  <a:cubicBezTo>
                    <a:pt x="308" y="129"/>
                    <a:pt x="308" y="129"/>
                    <a:pt x="308" y="129"/>
                  </a:cubicBezTo>
                  <a:cubicBezTo>
                    <a:pt x="296" y="129"/>
                    <a:pt x="285" y="127"/>
                    <a:pt x="277" y="123"/>
                  </a:cubicBezTo>
                  <a:cubicBezTo>
                    <a:pt x="251" y="111"/>
                    <a:pt x="223" y="55"/>
                    <a:pt x="240" y="32"/>
                  </a:cubicBezTo>
                  <a:cubicBezTo>
                    <a:pt x="250" y="18"/>
                    <a:pt x="279" y="12"/>
                    <a:pt x="308" y="11"/>
                  </a:cubicBezTo>
                  <a:cubicBezTo>
                    <a:pt x="308" y="2"/>
                    <a:pt x="308" y="2"/>
                    <a:pt x="308" y="2"/>
                  </a:cubicBezTo>
                  <a:cubicBezTo>
                    <a:pt x="305" y="3"/>
                    <a:pt x="303" y="3"/>
                    <a:pt x="300" y="3"/>
                  </a:cubicBezTo>
                  <a:cubicBezTo>
                    <a:pt x="269" y="6"/>
                    <a:pt x="232" y="18"/>
                    <a:pt x="204" y="19"/>
                  </a:cubicBezTo>
                  <a:close/>
                  <a:moveTo>
                    <a:pt x="101" y="3"/>
                  </a:moveTo>
                  <a:cubicBezTo>
                    <a:pt x="66" y="1"/>
                    <a:pt x="20" y="5"/>
                    <a:pt x="12" y="8"/>
                  </a:cubicBezTo>
                  <a:cubicBezTo>
                    <a:pt x="1" y="11"/>
                    <a:pt x="1" y="12"/>
                    <a:pt x="0" y="20"/>
                  </a:cubicBezTo>
                  <a:cubicBezTo>
                    <a:pt x="0" y="29"/>
                    <a:pt x="1" y="36"/>
                    <a:pt x="8" y="38"/>
                  </a:cubicBezTo>
                  <a:cubicBezTo>
                    <a:pt x="16" y="41"/>
                    <a:pt x="16" y="51"/>
                    <a:pt x="22" y="83"/>
                  </a:cubicBezTo>
                  <a:cubicBezTo>
                    <a:pt x="27" y="111"/>
                    <a:pt x="40" y="133"/>
                    <a:pt x="94" y="137"/>
                  </a:cubicBezTo>
                  <a:cubicBezTo>
                    <a:pt x="96" y="138"/>
                    <a:pt x="98" y="138"/>
                    <a:pt x="101" y="138"/>
                  </a:cubicBezTo>
                  <a:cubicBezTo>
                    <a:pt x="101" y="130"/>
                    <a:pt x="101" y="130"/>
                    <a:pt x="101" y="130"/>
                  </a:cubicBezTo>
                  <a:cubicBezTo>
                    <a:pt x="76" y="130"/>
                    <a:pt x="49" y="121"/>
                    <a:pt x="39" y="104"/>
                  </a:cubicBezTo>
                  <a:cubicBezTo>
                    <a:pt x="25" y="79"/>
                    <a:pt x="22" y="29"/>
                    <a:pt x="40" y="18"/>
                  </a:cubicBezTo>
                  <a:cubicBezTo>
                    <a:pt x="47" y="13"/>
                    <a:pt x="73" y="10"/>
                    <a:pt x="101" y="11"/>
                  </a:cubicBezTo>
                  <a:lnTo>
                    <a:pt x="101" y="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9999663" y="4448175"/>
              <a:ext cx="949325" cy="688975"/>
            </a:xfrm>
            <a:custGeom>
              <a:rect b="b" l="l" r="r" t="t"/>
              <a:pathLst>
                <a:path extrusionOk="0" h="429" w="592">
                  <a:moveTo>
                    <a:pt x="47" y="263"/>
                  </a:moveTo>
                  <a:cubicBezTo>
                    <a:pt x="98" y="353"/>
                    <a:pt x="201" y="429"/>
                    <a:pt x="299" y="429"/>
                  </a:cubicBezTo>
                  <a:cubicBezTo>
                    <a:pt x="397" y="429"/>
                    <a:pt x="477" y="375"/>
                    <a:pt x="551" y="261"/>
                  </a:cubicBezTo>
                  <a:cubicBezTo>
                    <a:pt x="582" y="217"/>
                    <a:pt x="592" y="129"/>
                    <a:pt x="591" y="88"/>
                  </a:cubicBezTo>
                  <a:cubicBezTo>
                    <a:pt x="591" y="30"/>
                    <a:pt x="567" y="64"/>
                    <a:pt x="564" y="34"/>
                  </a:cubicBezTo>
                  <a:cubicBezTo>
                    <a:pt x="560" y="0"/>
                    <a:pt x="569" y="78"/>
                    <a:pt x="563" y="135"/>
                  </a:cubicBezTo>
                  <a:cubicBezTo>
                    <a:pt x="555" y="219"/>
                    <a:pt x="494" y="326"/>
                    <a:pt x="412" y="377"/>
                  </a:cubicBezTo>
                  <a:cubicBezTo>
                    <a:pt x="387" y="392"/>
                    <a:pt x="363" y="370"/>
                    <a:pt x="324" y="375"/>
                  </a:cubicBezTo>
                  <a:cubicBezTo>
                    <a:pt x="271" y="383"/>
                    <a:pt x="274" y="408"/>
                    <a:pt x="226" y="392"/>
                  </a:cubicBezTo>
                  <a:cubicBezTo>
                    <a:pt x="178" y="377"/>
                    <a:pt x="69" y="339"/>
                    <a:pt x="40" y="164"/>
                  </a:cubicBezTo>
                  <a:cubicBezTo>
                    <a:pt x="34" y="132"/>
                    <a:pt x="31" y="84"/>
                    <a:pt x="26" y="63"/>
                  </a:cubicBezTo>
                  <a:cubicBezTo>
                    <a:pt x="24" y="74"/>
                    <a:pt x="0" y="33"/>
                    <a:pt x="1" y="45"/>
                  </a:cubicBezTo>
                  <a:cubicBezTo>
                    <a:pt x="4" y="114"/>
                    <a:pt x="21" y="216"/>
                    <a:pt x="47" y="2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9237663" y="5907088"/>
              <a:ext cx="617537" cy="590550"/>
            </a:xfrm>
            <a:custGeom>
              <a:rect b="b" l="l" r="r" t="t"/>
              <a:pathLst>
                <a:path extrusionOk="0" h="368" w="385">
                  <a:moveTo>
                    <a:pt x="174" y="74"/>
                  </a:moveTo>
                  <a:cubicBezTo>
                    <a:pt x="295" y="175"/>
                    <a:pt x="295" y="175"/>
                    <a:pt x="295" y="175"/>
                  </a:cubicBezTo>
                  <a:cubicBezTo>
                    <a:pt x="385" y="250"/>
                    <a:pt x="208" y="368"/>
                    <a:pt x="150" y="267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0" y="7"/>
                    <a:pt x="84" y="0"/>
                    <a:pt x="174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9236075" y="5643563"/>
              <a:ext cx="61912" cy="112713"/>
            </a:xfrm>
            <a:custGeom>
              <a:rect b="b" l="l" r="r" t="t"/>
              <a:pathLst>
                <a:path extrusionOk="0" h="70" w="39">
                  <a:moveTo>
                    <a:pt x="12" y="68"/>
                  </a:moveTo>
                  <a:cubicBezTo>
                    <a:pt x="12" y="68"/>
                    <a:pt x="12" y="68"/>
                    <a:pt x="12" y="68"/>
                  </a:cubicBezTo>
                  <a:cubicBezTo>
                    <a:pt x="4" y="66"/>
                    <a:pt x="0" y="58"/>
                    <a:pt x="1" y="50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10" y="5"/>
                    <a:pt x="18" y="0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34" y="4"/>
                    <a:pt x="39" y="12"/>
                    <a:pt x="37" y="20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29" y="65"/>
                    <a:pt x="21" y="70"/>
                    <a:pt x="12" y="68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9213850" y="5692775"/>
              <a:ext cx="214312" cy="293688"/>
            </a:xfrm>
            <a:custGeom>
              <a:rect b="b" l="l" r="r" t="t"/>
              <a:pathLst>
                <a:path extrusionOk="0" h="183" w="134">
                  <a:moveTo>
                    <a:pt x="12" y="102"/>
                  </a:moveTo>
                  <a:cubicBezTo>
                    <a:pt x="0" y="56"/>
                    <a:pt x="6" y="18"/>
                    <a:pt x="40" y="9"/>
                  </a:cubicBezTo>
                  <a:cubicBezTo>
                    <a:pt x="73" y="0"/>
                    <a:pt x="110" y="30"/>
                    <a:pt x="122" y="75"/>
                  </a:cubicBezTo>
                  <a:cubicBezTo>
                    <a:pt x="134" y="121"/>
                    <a:pt x="117" y="165"/>
                    <a:pt x="83" y="174"/>
                  </a:cubicBezTo>
                  <a:cubicBezTo>
                    <a:pt x="50" y="183"/>
                    <a:pt x="24" y="148"/>
                    <a:pt x="12" y="102"/>
                  </a:cubicBezTo>
                  <a:close/>
                </a:path>
              </a:pathLst>
            </a:custGeom>
            <a:solidFill>
              <a:srgbClr val="F5CD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9269413" y="5613400"/>
              <a:ext cx="279400" cy="412750"/>
            </a:xfrm>
            <a:custGeom>
              <a:rect b="b" l="l" r="r" t="t"/>
              <a:pathLst>
                <a:path extrusionOk="0" h="260" w="176">
                  <a:moveTo>
                    <a:pt x="0" y="0"/>
                  </a:moveTo>
                  <a:lnTo>
                    <a:pt x="176" y="0"/>
                  </a:lnTo>
                  <a:lnTo>
                    <a:pt x="156" y="260"/>
                  </a:lnTo>
                  <a:lnTo>
                    <a:pt x="20" y="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9258300" y="5583238"/>
              <a:ext cx="300037" cy="30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9271000" y="5526088"/>
              <a:ext cx="276225" cy="57150"/>
            </a:xfrm>
            <a:custGeom>
              <a:rect b="b" l="l" r="r" t="t"/>
              <a:pathLst>
                <a:path extrusionOk="0" h="36" w="174">
                  <a:moveTo>
                    <a:pt x="0" y="36"/>
                  </a:moveTo>
                  <a:lnTo>
                    <a:pt x="174" y="36"/>
                  </a:lnTo>
                  <a:lnTo>
                    <a:pt x="163" y="0"/>
                  </a:lnTo>
                  <a:lnTo>
                    <a:pt x="11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9275763" y="5691188"/>
              <a:ext cx="266700" cy="214313"/>
            </a:xfrm>
            <a:custGeom>
              <a:rect b="b" l="l" r="r" t="t"/>
              <a:pathLst>
                <a:path extrusionOk="0" h="135" w="168">
                  <a:moveTo>
                    <a:pt x="168" y="0"/>
                  </a:moveTo>
                  <a:lnTo>
                    <a:pt x="157" y="135"/>
                  </a:lnTo>
                  <a:lnTo>
                    <a:pt x="10" y="135"/>
                  </a:lnTo>
                  <a:lnTo>
                    <a:pt x="0" y="0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9320213" y="5710238"/>
              <a:ext cx="177800" cy="1762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9359900" y="5748338"/>
              <a:ext cx="98425" cy="1000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9367838" y="5756275"/>
              <a:ext cx="82550" cy="8413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9242425" y="5926138"/>
              <a:ext cx="85725" cy="79375"/>
            </a:xfrm>
            <a:custGeom>
              <a:rect b="b" l="l" r="r" t="t"/>
              <a:pathLst>
                <a:path extrusionOk="0" h="49" w="53">
                  <a:moveTo>
                    <a:pt x="5" y="42"/>
                  </a:moveTo>
                  <a:cubicBezTo>
                    <a:pt x="5" y="42"/>
                    <a:pt x="5" y="42"/>
                    <a:pt x="5" y="42"/>
                  </a:cubicBezTo>
                  <a:cubicBezTo>
                    <a:pt x="0" y="35"/>
                    <a:pt x="1" y="26"/>
                    <a:pt x="8" y="21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4" y="0"/>
                    <a:pt x="43" y="2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53" y="15"/>
                    <a:pt x="52" y="24"/>
                    <a:pt x="46" y="29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0" y="49"/>
                    <a:pt x="10" y="48"/>
                    <a:pt x="5" y="42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9215438" y="5822950"/>
              <a:ext cx="141287" cy="120650"/>
            </a:xfrm>
            <a:custGeom>
              <a:rect b="b" l="l" r="r" t="t"/>
              <a:pathLst>
                <a:path extrusionOk="0" h="75" w="88">
                  <a:moveTo>
                    <a:pt x="5" y="67"/>
                  </a:moveTo>
                  <a:cubicBezTo>
                    <a:pt x="5" y="67"/>
                    <a:pt x="5" y="67"/>
                    <a:pt x="5" y="67"/>
                  </a:cubicBezTo>
                  <a:cubicBezTo>
                    <a:pt x="0" y="61"/>
                    <a:pt x="1" y="51"/>
                    <a:pt x="8" y="46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9" y="0"/>
                    <a:pt x="78" y="1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8" y="15"/>
                    <a:pt x="87" y="24"/>
                    <a:pt x="80" y="29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19" y="75"/>
                    <a:pt x="10" y="74"/>
                    <a:pt x="5" y="67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9196388" y="5765800"/>
              <a:ext cx="141287" cy="120650"/>
            </a:xfrm>
            <a:custGeom>
              <a:rect b="b" l="l" r="r" t="t"/>
              <a:pathLst>
                <a:path extrusionOk="0" h="75" w="88">
                  <a:moveTo>
                    <a:pt x="5" y="67"/>
                  </a:moveTo>
                  <a:cubicBezTo>
                    <a:pt x="5" y="67"/>
                    <a:pt x="5" y="67"/>
                    <a:pt x="5" y="67"/>
                  </a:cubicBezTo>
                  <a:cubicBezTo>
                    <a:pt x="0" y="61"/>
                    <a:pt x="1" y="51"/>
                    <a:pt x="8" y="46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9" y="0"/>
                    <a:pt x="78" y="1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8" y="14"/>
                    <a:pt x="87" y="24"/>
                    <a:pt x="81" y="29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20" y="75"/>
                    <a:pt x="10" y="74"/>
                    <a:pt x="5" y="67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9182100" y="5705475"/>
              <a:ext cx="141287" cy="119063"/>
            </a:xfrm>
            <a:custGeom>
              <a:rect b="b" l="l" r="r" t="t"/>
              <a:pathLst>
                <a:path extrusionOk="0" h="75" w="89">
                  <a:moveTo>
                    <a:pt x="5" y="67"/>
                  </a:moveTo>
                  <a:cubicBezTo>
                    <a:pt x="5" y="67"/>
                    <a:pt x="5" y="67"/>
                    <a:pt x="5" y="67"/>
                  </a:cubicBezTo>
                  <a:cubicBezTo>
                    <a:pt x="0" y="61"/>
                    <a:pt x="2" y="51"/>
                    <a:pt x="8" y="46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9" y="0"/>
                    <a:pt x="79" y="1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9" y="15"/>
                    <a:pt x="87" y="24"/>
                    <a:pt x="81" y="29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20" y="75"/>
                    <a:pt x="10" y="74"/>
                    <a:pt x="5" y="67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6326188" y="4073208"/>
            <a:ext cx="2582862" cy="2832100"/>
            <a:chOff x="6326188" y="1830387"/>
            <a:chExt cx="2582862" cy="2832100"/>
          </a:xfrm>
        </p:grpSpPr>
        <p:sp>
          <p:nvSpPr>
            <p:cNvPr id="273" name="Google Shape;273;p21"/>
            <p:cNvSpPr/>
            <p:nvPr/>
          </p:nvSpPr>
          <p:spPr>
            <a:xfrm>
              <a:off x="7091363" y="1830387"/>
              <a:ext cx="1063625" cy="1230313"/>
            </a:xfrm>
            <a:custGeom>
              <a:rect b="b" l="l" r="r" t="t"/>
              <a:pathLst>
                <a:path extrusionOk="0" h="766" w="663">
                  <a:moveTo>
                    <a:pt x="557" y="122"/>
                  </a:moveTo>
                  <a:cubicBezTo>
                    <a:pt x="580" y="111"/>
                    <a:pt x="639" y="169"/>
                    <a:pt x="663" y="263"/>
                  </a:cubicBezTo>
                  <a:cubicBezTo>
                    <a:pt x="592" y="222"/>
                    <a:pt x="650" y="264"/>
                    <a:pt x="652" y="394"/>
                  </a:cubicBezTo>
                  <a:cubicBezTo>
                    <a:pt x="655" y="534"/>
                    <a:pt x="629" y="581"/>
                    <a:pt x="586" y="633"/>
                  </a:cubicBezTo>
                  <a:cubicBezTo>
                    <a:pt x="559" y="520"/>
                    <a:pt x="508" y="766"/>
                    <a:pt x="332" y="765"/>
                  </a:cubicBezTo>
                  <a:cubicBezTo>
                    <a:pt x="167" y="764"/>
                    <a:pt x="118" y="552"/>
                    <a:pt x="108" y="666"/>
                  </a:cubicBezTo>
                  <a:cubicBezTo>
                    <a:pt x="30" y="583"/>
                    <a:pt x="10" y="497"/>
                    <a:pt x="10" y="390"/>
                  </a:cubicBezTo>
                  <a:cubicBezTo>
                    <a:pt x="11" y="268"/>
                    <a:pt x="110" y="196"/>
                    <a:pt x="0" y="270"/>
                  </a:cubicBezTo>
                  <a:cubicBezTo>
                    <a:pt x="52" y="153"/>
                    <a:pt x="118" y="97"/>
                    <a:pt x="180" y="64"/>
                  </a:cubicBezTo>
                  <a:cubicBezTo>
                    <a:pt x="290" y="4"/>
                    <a:pt x="445" y="0"/>
                    <a:pt x="557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7491413" y="2684462"/>
              <a:ext cx="263525" cy="576263"/>
            </a:xfrm>
            <a:prstGeom prst="rect">
              <a:avLst/>
            </a:pr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7491413" y="2684462"/>
              <a:ext cx="263525" cy="390525"/>
            </a:xfrm>
            <a:custGeom>
              <a:rect b="b" l="l" r="r" t="t"/>
              <a:pathLst>
                <a:path extrusionOk="0" h="243" w="164">
                  <a:moveTo>
                    <a:pt x="119" y="0"/>
                  </a:moveTo>
                  <a:cubicBezTo>
                    <a:pt x="164" y="0"/>
                    <a:pt x="164" y="0"/>
                    <a:pt x="164" y="0"/>
                  </a:cubicBezTo>
                  <a:cubicBezTo>
                    <a:pt x="164" y="243"/>
                    <a:pt x="164" y="243"/>
                    <a:pt x="164" y="24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32" y="67"/>
                    <a:pt x="74" y="24"/>
                    <a:pt x="119" y="0"/>
                  </a:cubicBezTo>
                  <a:close/>
                </a:path>
              </a:pathLst>
            </a:custGeom>
            <a:solidFill>
              <a:srgbClr val="E0B9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6953250" y="3089275"/>
              <a:ext cx="1347787" cy="534988"/>
            </a:xfrm>
            <a:custGeom>
              <a:rect b="b" l="l" r="r" t="t"/>
              <a:pathLst>
                <a:path extrusionOk="0" h="333" w="841">
                  <a:moveTo>
                    <a:pt x="500" y="0"/>
                  </a:moveTo>
                  <a:cubicBezTo>
                    <a:pt x="499" y="3"/>
                    <a:pt x="338" y="5"/>
                    <a:pt x="336" y="8"/>
                  </a:cubicBezTo>
                  <a:cubicBezTo>
                    <a:pt x="286" y="80"/>
                    <a:pt x="176" y="111"/>
                    <a:pt x="90" y="131"/>
                  </a:cubicBezTo>
                  <a:cubicBezTo>
                    <a:pt x="3" y="150"/>
                    <a:pt x="0" y="260"/>
                    <a:pt x="0" y="333"/>
                  </a:cubicBezTo>
                  <a:cubicBezTo>
                    <a:pt x="841" y="333"/>
                    <a:pt x="841" y="333"/>
                    <a:pt x="841" y="333"/>
                  </a:cubicBezTo>
                  <a:cubicBezTo>
                    <a:pt x="841" y="260"/>
                    <a:pt x="840" y="150"/>
                    <a:pt x="752" y="131"/>
                  </a:cubicBezTo>
                  <a:cubicBezTo>
                    <a:pt x="664" y="111"/>
                    <a:pt x="548" y="75"/>
                    <a:pt x="500" y="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6326188" y="3284537"/>
              <a:ext cx="2582862" cy="1377950"/>
            </a:xfrm>
            <a:custGeom>
              <a:rect b="b" l="l" r="r" t="t"/>
              <a:pathLst>
                <a:path extrusionOk="0" h="858" w="1611">
                  <a:moveTo>
                    <a:pt x="1218" y="858"/>
                  </a:moveTo>
                  <a:cubicBezTo>
                    <a:pt x="1218" y="785"/>
                    <a:pt x="1218" y="785"/>
                    <a:pt x="1218" y="785"/>
                  </a:cubicBezTo>
                  <a:cubicBezTo>
                    <a:pt x="1228" y="810"/>
                    <a:pt x="1235" y="834"/>
                    <a:pt x="1235" y="858"/>
                  </a:cubicBezTo>
                  <a:cubicBezTo>
                    <a:pt x="1218" y="858"/>
                    <a:pt x="1218" y="858"/>
                    <a:pt x="1218" y="858"/>
                  </a:cubicBezTo>
                  <a:close/>
                  <a:moveTo>
                    <a:pt x="1218" y="609"/>
                  </a:moveTo>
                  <a:cubicBezTo>
                    <a:pt x="1218" y="495"/>
                    <a:pt x="1218" y="495"/>
                    <a:pt x="1218" y="495"/>
                  </a:cubicBezTo>
                  <a:cubicBezTo>
                    <a:pt x="1345" y="430"/>
                    <a:pt x="1345" y="430"/>
                    <a:pt x="1345" y="430"/>
                  </a:cubicBezTo>
                  <a:cubicBezTo>
                    <a:pt x="1218" y="304"/>
                    <a:pt x="1218" y="304"/>
                    <a:pt x="1218" y="304"/>
                  </a:cubicBezTo>
                  <a:cubicBezTo>
                    <a:pt x="1218" y="57"/>
                    <a:pt x="1218" y="57"/>
                    <a:pt x="1218" y="57"/>
                  </a:cubicBezTo>
                  <a:cubicBezTo>
                    <a:pt x="1553" y="390"/>
                    <a:pt x="1553" y="390"/>
                    <a:pt x="1553" y="390"/>
                  </a:cubicBezTo>
                  <a:cubicBezTo>
                    <a:pt x="1611" y="448"/>
                    <a:pt x="1567" y="527"/>
                    <a:pt x="1507" y="540"/>
                  </a:cubicBezTo>
                  <a:cubicBezTo>
                    <a:pt x="1507" y="540"/>
                    <a:pt x="1507" y="540"/>
                    <a:pt x="1507" y="540"/>
                  </a:cubicBezTo>
                  <a:lnTo>
                    <a:pt x="1218" y="609"/>
                  </a:lnTo>
                  <a:close/>
                  <a:moveTo>
                    <a:pt x="502" y="197"/>
                  </a:moveTo>
                  <a:cubicBezTo>
                    <a:pt x="416" y="282"/>
                    <a:pt x="416" y="282"/>
                    <a:pt x="416" y="282"/>
                  </a:cubicBezTo>
                  <a:cubicBezTo>
                    <a:pt x="416" y="36"/>
                    <a:pt x="416" y="36"/>
                    <a:pt x="416" y="36"/>
                  </a:cubicBezTo>
                  <a:cubicBezTo>
                    <a:pt x="460" y="3"/>
                    <a:pt x="512" y="22"/>
                    <a:pt x="538" y="59"/>
                  </a:cubicBezTo>
                  <a:cubicBezTo>
                    <a:pt x="1073" y="59"/>
                    <a:pt x="1073" y="59"/>
                    <a:pt x="1073" y="59"/>
                  </a:cubicBezTo>
                  <a:cubicBezTo>
                    <a:pt x="1102" y="19"/>
                    <a:pt x="1161" y="0"/>
                    <a:pt x="1207" y="46"/>
                  </a:cubicBezTo>
                  <a:cubicBezTo>
                    <a:pt x="1218" y="57"/>
                    <a:pt x="1218" y="57"/>
                    <a:pt x="1218" y="57"/>
                  </a:cubicBezTo>
                  <a:cubicBezTo>
                    <a:pt x="1218" y="304"/>
                    <a:pt x="1218" y="304"/>
                    <a:pt x="1218" y="304"/>
                  </a:cubicBezTo>
                  <a:cubicBezTo>
                    <a:pt x="1125" y="212"/>
                    <a:pt x="1125" y="212"/>
                    <a:pt x="1125" y="212"/>
                  </a:cubicBezTo>
                  <a:cubicBezTo>
                    <a:pt x="1100" y="329"/>
                    <a:pt x="1076" y="449"/>
                    <a:pt x="1104" y="554"/>
                  </a:cubicBezTo>
                  <a:cubicBezTo>
                    <a:pt x="1218" y="495"/>
                    <a:pt x="1218" y="495"/>
                    <a:pt x="1218" y="495"/>
                  </a:cubicBezTo>
                  <a:cubicBezTo>
                    <a:pt x="1218" y="609"/>
                    <a:pt x="1218" y="609"/>
                    <a:pt x="1218" y="609"/>
                  </a:cubicBezTo>
                  <a:cubicBezTo>
                    <a:pt x="1145" y="626"/>
                    <a:pt x="1145" y="626"/>
                    <a:pt x="1145" y="626"/>
                  </a:cubicBezTo>
                  <a:cubicBezTo>
                    <a:pt x="1141" y="627"/>
                    <a:pt x="1138" y="628"/>
                    <a:pt x="1135" y="629"/>
                  </a:cubicBezTo>
                  <a:cubicBezTo>
                    <a:pt x="1165" y="689"/>
                    <a:pt x="1198" y="738"/>
                    <a:pt x="1218" y="785"/>
                  </a:cubicBezTo>
                  <a:cubicBezTo>
                    <a:pt x="1218" y="858"/>
                    <a:pt x="1218" y="858"/>
                    <a:pt x="1218" y="858"/>
                  </a:cubicBezTo>
                  <a:cubicBezTo>
                    <a:pt x="416" y="858"/>
                    <a:pt x="416" y="858"/>
                    <a:pt x="416" y="858"/>
                  </a:cubicBezTo>
                  <a:cubicBezTo>
                    <a:pt x="416" y="754"/>
                    <a:pt x="416" y="754"/>
                    <a:pt x="416" y="754"/>
                  </a:cubicBezTo>
                  <a:cubicBezTo>
                    <a:pt x="437" y="716"/>
                    <a:pt x="468" y="680"/>
                    <a:pt x="502" y="634"/>
                  </a:cubicBezTo>
                  <a:cubicBezTo>
                    <a:pt x="491" y="632"/>
                    <a:pt x="479" y="629"/>
                    <a:pt x="466" y="626"/>
                  </a:cubicBezTo>
                  <a:cubicBezTo>
                    <a:pt x="416" y="614"/>
                    <a:pt x="416" y="614"/>
                    <a:pt x="416" y="614"/>
                  </a:cubicBezTo>
                  <a:cubicBezTo>
                    <a:pt x="416" y="507"/>
                    <a:pt x="416" y="507"/>
                    <a:pt x="416" y="507"/>
                  </a:cubicBezTo>
                  <a:cubicBezTo>
                    <a:pt x="543" y="572"/>
                    <a:pt x="543" y="572"/>
                    <a:pt x="543" y="572"/>
                  </a:cubicBezTo>
                  <a:cubicBezTo>
                    <a:pt x="595" y="462"/>
                    <a:pt x="543" y="331"/>
                    <a:pt x="502" y="197"/>
                  </a:cubicBezTo>
                  <a:close/>
                  <a:moveTo>
                    <a:pt x="416" y="282"/>
                  </a:moveTo>
                  <a:cubicBezTo>
                    <a:pt x="267" y="430"/>
                    <a:pt x="267" y="430"/>
                    <a:pt x="267" y="430"/>
                  </a:cubicBezTo>
                  <a:cubicBezTo>
                    <a:pt x="416" y="507"/>
                    <a:pt x="416" y="507"/>
                    <a:pt x="416" y="507"/>
                  </a:cubicBezTo>
                  <a:cubicBezTo>
                    <a:pt x="416" y="614"/>
                    <a:pt x="416" y="614"/>
                    <a:pt x="416" y="614"/>
                  </a:cubicBezTo>
                  <a:cubicBezTo>
                    <a:pt x="104" y="540"/>
                    <a:pt x="104" y="540"/>
                    <a:pt x="104" y="540"/>
                  </a:cubicBezTo>
                  <a:cubicBezTo>
                    <a:pt x="104" y="540"/>
                    <a:pt x="104" y="540"/>
                    <a:pt x="104" y="540"/>
                  </a:cubicBezTo>
                  <a:cubicBezTo>
                    <a:pt x="44" y="527"/>
                    <a:pt x="0" y="448"/>
                    <a:pt x="58" y="390"/>
                  </a:cubicBezTo>
                  <a:cubicBezTo>
                    <a:pt x="404" y="46"/>
                    <a:pt x="404" y="46"/>
                    <a:pt x="404" y="46"/>
                  </a:cubicBezTo>
                  <a:cubicBezTo>
                    <a:pt x="408" y="42"/>
                    <a:pt x="412" y="39"/>
                    <a:pt x="416" y="36"/>
                  </a:cubicBezTo>
                  <a:cubicBezTo>
                    <a:pt x="416" y="282"/>
                    <a:pt x="416" y="282"/>
                    <a:pt x="416" y="282"/>
                  </a:cubicBezTo>
                  <a:close/>
                  <a:moveTo>
                    <a:pt x="416" y="754"/>
                  </a:moveTo>
                  <a:cubicBezTo>
                    <a:pt x="416" y="858"/>
                    <a:pt x="416" y="858"/>
                    <a:pt x="416" y="858"/>
                  </a:cubicBezTo>
                  <a:cubicBezTo>
                    <a:pt x="388" y="858"/>
                    <a:pt x="388" y="858"/>
                    <a:pt x="388" y="858"/>
                  </a:cubicBezTo>
                  <a:cubicBezTo>
                    <a:pt x="389" y="818"/>
                    <a:pt x="399" y="785"/>
                    <a:pt x="416" y="7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7045325" y="4230687"/>
              <a:ext cx="103187" cy="100013"/>
            </a:xfrm>
            <a:custGeom>
              <a:rect b="b" l="l" r="r" t="t"/>
              <a:pathLst>
                <a:path extrusionOk="0" h="63" w="64">
                  <a:moveTo>
                    <a:pt x="32" y="0"/>
                  </a:moveTo>
                  <a:cubicBezTo>
                    <a:pt x="50" y="0"/>
                    <a:pt x="64" y="15"/>
                    <a:pt x="64" y="32"/>
                  </a:cubicBezTo>
                  <a:cubicBezTo>
                    <a:pt x="64" y="48"/>
                    <a:pt x="53" y="60"/>
                    <a:pt x="39" y="63"/>
                  </a:cubicBezTo>
                  <a:cubicBezTo>
                    <a:pt x="44" y="57"/>
                    <a:pt x="48" y="51"/>
                    <a:pt x="53" y="45"/>
                  </a:cubicBezTo>
                  <a:cubicBezTo>
                    <a:pt x="42" y="43"/>
                    <a:pt x="30" y="40"/>
                    <a:pt x="17" y="37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5"/>
                    <a:pt x="14" y="0"/>
                    <a:pt x="32" y="0"/>
                  </a:cubicBezTo>
                  <a:close/>
                </a:path>
              </a:pathLst>
            </a:custGeom>
            <a:solidFill>
              <a:srgbClr val="184F7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7829550" y="4271962"/>
              <a:ext cx="109537" cy="79375"/>
            </a:xfrm>
            <a:custGeom>
              <a:rect b="b" l="l" r="r" t="t"/>
              <a:pathLst>
                <a:path extrusionOk="0" h="50" w="68">
                  <a:moveTo>
                    <a:pt x="64" y="10"/>
                  </a:moveTo>
                  <a:cubicBezTo>
                    <a:pt x="64" y="10"/>
                    <a:pt x="64" y="10"/>
                    <a:pt x="64" y="10"/>
                  </a:cubicBezTo>
                  <a:cubicBezTo>
                    <a:pt x="60" y="3"/>
                    <a:pt x="51" y="0"/>
                    <a:pt x="44" y="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2" y="23"/>
                    <a:pt x="0" y="33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7" y="47"/>
                    <a:pt x="16" y="50"/>
                    <a:pt x="23" y="46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65" y="27"/>
                    <a:pt x="68" y="17"/>
                    <a:pt x="64" y="1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7893050" y="4240212"/>
              <a:ext cx="273050" cy="180975"/>
            </a:xfrm>
            <a:custGeom>
              <a:rect b="b" l="l" r="r" t="t"/>
              <a:pathLst>
                <a:path extrusionOk="0" h="113" w="171">
                  <a:moveTo>
                    <a:pt x="83" y="0"/>
                  </a:moveTo>
                  <a:cubicBezTo>
                    <a:pt x="36" y="0"/>
                    <a:pt x="0" y="16"/>
                    <a:pt x="0" y="50"/>
                  </a:cubicBezTo>
                  <a:cubicBezTo>
                    <a:pt x="0" y="85"/>
                    <a:pt x="38" y="113"/>
                    <a:pt x="85" y="113"/>
                  </a:cubicBezTo>
                  <a:cubicBezTo>
                    <a:pt x="133" y="113"/>
                    <a:pt x="171" y="85"/>
                    <a:pt x="171" y="50"/>
                  </a:cubicBezTo>
                  <a:cubicBezTo>
                    <a:pt x="171" y="16"/>
                    <a:pt x="130" y="0"/>
                    <a:pt x="83" y="0"/>
                  </a:cubicBezTo>
                  <a:close/>
                </a:path>
              </a:pathLst>
            </a:custGeom>
            <a:solidFill>
              <a:srgbClr val="F5CD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8110538" y="4217987"/>
              <a:ext cx="69850" cy="88900"/>
            </a:xfrm>
            <a:custGeom>
              <a:rect b="b" l="l" r="r" t="t"/>
              <a:pathLst>
                <a:path extrusionOk="0" h="56" w="44">
                  <a:moveTo>
                    <a:pt x="33" y="3"/>
                  </a:moveTo>
                  <a:cubicBezTo>
                    <a:pt x="33" y="3"/>
                    <a:pt x="33" y="3"/>
                    <a:pt x="33" y="3"/>
                  </a:cubicBezTo>
                  <a:cubicBezTo>
                    <a:pt x="25" y="0"/>
                    <a:pt x="17" y="3"/>
                    <a:pt x="13" y="11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41"/>
                    <a:pt x="4" y="50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9" y="56"/>
                    <a:pt x="28" y="53"/>
                    <a:pt x="31" y="45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4" y="15"/>
                    <a:pt x="40" y="6"/>
                    <a:pt x="33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8018463" y="4205287"/>
              <a:ext cx="95250" cy="157163"/>
            </a:xfrm>
            <a:custGeom>
              <a:rect b="b" l="l" r="r" t="t"/>
              <a:pathLst>
                <a:path extrusionOk="0" h="97" w="59">
                  <a:moveTo>
                    <a:pt x="48" y="3"/>
                  </a:moveTo>
                  <a:cubicBezTo>
                    <a:pt x="48" y="3"/>
                    <a:pt x="48" y="3"/>
                    <a:pt x="48" y="3"/>
                  </a:cubicBezTo>
                  <a:cubicBezTo>
                    <a:pt x="41" y="0"/>
                    <a:pt x="32" y="3"/>
                    <a:pt x="29" y="11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0" y="82"/>
                    <a:pt x="3" y="91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9" y="97"/>
                    <a:pt x="27" y="93"/>
                    <a:pt x="30" y="86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9" y="15"/>
                    <a:pt x="56" y="6"/>
                    <a:pt x="48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7958138" y="4200525"/>
              <a:ext cx="96837" cy="158750"/>
            </a:xfrm>
            <a:custGeom>
              <a:rect b="b" l="l" r="r" t="t"/>
              <a:pathLst>
                <a:path extrusionOk="0" h="98" w="60">
                  <a:moveTo>
                    <a:pt x="49" y="4"/>
                  </a:moveTo>
                  <a:cubicBezTo>
                    <a:pt x="49" y="4"/>
                    <a:pt x="49" y="4"/>
                    <a:pt x="49" y="4"/>
                  </a:cubicBezTo>
                  <a:cubicBezTo>
                    <a:pt x="41" y="0"/>
                    <a:pt x="32" y="4"/>
                    <a:pt x="29" y="12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0" y="82"/>
                    <a:pt x="3" y="91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8" y="98"/>
                    <a:pt x="27" y="94"/>
                    <a:pt x="30" y="8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60" y="16"/>
                    <a:pt x="56" y="7"/>
                    <a:pt x="49" y="4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7896225" y="4203700"/>
              <a:ext cx="95250" cy="157163"/>
            </a:xfrm>
            <a:custGeom>
              <a:rect b="b" l="l" r="r" t="t"/>
              <a:pathLst>
                <a:path extrusionOk="0" h="97" w="60">
                  <a:moveTo>
                    <a:pt x="49" y="3"/>
                  </a:moveTo>
                  <a:cubicBezTo>
                    <a:pt x="49" y="3"/>
                    <a:pt x="49" y="3"/>
                    <a:pt x="49" y="3"/>
                  </a:cubicBezTo>
                  <a:cubicBezTo>
                    <a:pt x="41" y="0"/>
                    <a:pt x="32" y="3"/>
                    <a:pt x="29" y="11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0" y="82"/>
                    <a:pt x="3" y="91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9" y="97"/>
                    <a:pt x="27" y="93"/>
                    <a:pt x="31" y="8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60" y="15"/>
                    <a:pt x="56" y="6"/>
                    <a:pt x="49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7297738" y="4271962"/>
              <a:ext cx="107950" cy="79375"/>
            </a:xfrm>
            <a:custGeom>
              <a:rect b="b" l="l" r="r" t="t"/>
              <a:pathLst>
                <a:path extrusionOk="0" h="50" w="68"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7" y="3"/>
                    <a:pt x="16" y="0"/>
                    <a:pt x="23" y="4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65" y="23"/>
                    <a:pt x="68" y="33"/>
                    <a:pt x="64" y="40"/>
                  </a:cubicBezTo>
                  <a:cubicBezTo>
                    <a:pt x="64" y="40"/>
                    <a:pt x="64" y="40"/>
                    <a:pt x="64" y="40"/>
                  </a:cubicBezTo>
                  <a:cubicBezTo>
                    <a:pt x="60" y="47"/>
                    <a:pt x="51" y="50"/>
                    <a:pt x="44" y="46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2" y="27"/>
                    <a:pt x="0" y="17"/>
                    <a:pt x="3" y="1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7069138" y="4240212"/>
              <a:ext cx="273050" cy="180975"/>
            </a:xfrm>
            <a:custGeom>
              <a:rect b="b" l="l" r="r" t="t"/>
              <a:pathLst>
                <a:path extrusionOk="0" h="113" w="170">
                  <a:moveTo>
                    <a:pt x="87" y="0"/>
                  </a:moveTo>
                  <a:cubicBezTo>
                    <a:pt x="134" y="0"/>
                    <a:pt x="170" y="16"/>
                    <a:pt x="170" y="50"/>
                  </a:cubicBezTo>
                  <a:cubicBezTo>
                    <a:pt x="170" y="85"/>
                    <a:pt x="132" y="113"/>
                    <a:pt x="85" y="113"/>
                  </a:cubicBezTo>
                  <a:cubicBezTo>
                    <a:pt x="38" y="113"/>
                    <a:pt x="0" y="85"/>
                    <a:pt x="0" y="50"/>
                  </a:cubicBezTo>
                  <a:cubicBezTo>
                    <a:pt x="0" y="16"/>
                    <a:pt x="40" y="0"/>
                    <a:pt x="87" y="0"/>
                  </a:cubicBezTo>
                  <a:close/>
                </a:path>
              </a:pathLst>
            </a:custGeom>
            <a:solidFill>
              <a:srgbClr val="F5CD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7053263" y="4217987"/>
              <a:ext cx="71437" cy="88900"/>
            </a:xfrm>
            <a:custGeom>
              <a:rect b="b" l="l" r="r" t="t"/>
              <a:pathLst>
                <a:path extrusionOk="0" h="56" w="44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9" y="0"/>
                    <a:pt x="28" y="3"/>
                    <a:pt x="31" y="11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4" y="41"/>
                    <a:pt x="41" y="50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25" y="56"/>
                    <a:pt x="17" y="53"/>
                    <a:pt x="13" y="45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0" y="15"/>
                    <a:pt x="4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7121525" y="4205287"/>
              <a:ext cx="95250" cy="157163"/>
            </a:xfrm>
            <a:custGeom>
              <a:rect b="b" l="l" r="r" t="t"/>
              <a:pathLst>
                <a:path extrusionOk="0" h="97" w="60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9" y="0"/>
                    <a:pt x="28" y="3"/>
                    <a:pt x="31" y="11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60" y="82"/>
                    <a:pt x="56" y="91"/>
                    <a:pt x="48" y="94"/>
                  </a:cubicBezTo>
                  <a:cubicBezTo>
                    <a:pt x="48" y="94"/>
                    <a:pt x="48" y="94"/>
                    <a:pt x="48" y="94"/>
                  </a:cubicBezTo>
                  <a:cubicBezTo>
                    <a:pt x="41" y="97"/>
                    <a:pt x="32" y="93"/>
                    <a:pt x="29" y="8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15"/>
                    <a:pt x="4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7181850" y="4200525"/>
              <a:ext cx="96837" cy="158750"/>
            </a:xfrm>
            <a:custGeom>
              <a:rect b="b" l="l" r="r" t="t"/>
              <a:pathLst>
                <a:path extrusionOk="0" h="98" w="60">
                  <a:moveTo>
                    <a:pt x="11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8" y="0"/>
                    <a:pt x="27" y="4"/>
                    <a:pt x="30" y="12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60" y="82"/>
                    <a:pt x="56" y="91"/>
                    <a:pt x="49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1" y="98"/>
                    <a:pt x="32" y="94"/>
                    <a:pt x="29" y="86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6"/>
                    <a:pt x="3" y="7"/>
                    <a:pt x="11" y="4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7243763" y="4203700"/>
              <a:ext cx="95250" cy="157163"/>
            </a:xfrm>
            <a:custGeom>
              <a:rect b="b" l="l" r="r" t="t"/>
              <a:pathLst>
                <a:path extrusionOk="0" h="97" w="59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8" y="0"/>
                    <a:pt x="27" y="3"/>
                    <a:pt x="30" y="11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9" y="82"/>
                    <a:pt x="56" y="91"/>
                    <a:pt x="48" y="94"/>
                  </a:cubicBezTo>
                  <a:cubicBezTo>
                    <a:pt x="48" y="94"/>
                    <a:pt x="48" y="94"/>
                    <a:pt x="48" y="94"/>
                  </a:cubicBezTo>
                  <a:cubicBezTo>
                    <a:pt x="41" y="97"/>
                    <a:pt x="32" y="93"/>
                    <a:pt x="29" y="8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15"/>
                    <a:pt x="3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7146925" y="1946275"/>
              <a:ext cx="944562" cy="1000125"/>
            </a:xfrm>
            <a:custGeom>
              <a:rect b="b" l="l" r="r" t="t"/>
              <a:pathLst>
                <a:path extrusionOk="0" h="623" w="589">
                  <a:moveTo>
                    <a:pt x="295" y="623"/>
                  </a:moveTo>
                  <a:cubicBezTo>
                    <a:pt x="228" y="623"/>
                    <a:pt x="88" y="518"/>
                    <a:pt x="44" y="368"/>
                  </a:cubicBezTo>
                  <a:cubicBezTo>
                    <a:pt x="0" y="217"/>
                    <a:pt x="83" y="0"/>
                    <a:pt x="295" y="0"/>
                  </a:cubicBezTo>
                  <a:cubicBezTo>
                    <a:pt x="507" y="0"/>
                    <a:pt x="589" y="217"/>
                    <a:pt x="545" y="368"/>
                  </a:cubicBezTo>
                  <a:cubicBezTo>
                    <a:pt x="502" y="518"/>
                    <a:pt x="361" y="623"/>
                    <a:pt x="295" y="623"/>
                  </a:cubicBezTo>
                  <a:close/>
                </a:path>
              </a:pathLst>
            </a:cu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7108825" y="2376487"/>
              <a:ext cx="176212" cy="244475"/>
            </a:xfrm>
            <a:custGeom>
              <a:rect b="b" l="l" r="r" t="t"/>
              <a:pathLst>
                <a:path extrusionOk="0" h="152" w="110">
                  <a:moveTo>
                    <a:pt x="26" y="9"/>
                  </a:moveTo>
                  <a:cubicBezTo>
                    <a:pt x="48" y="0"/>
                    <a:pt x="78" y="22"/>
                    <a:pt x="94" y="59"/>
                  </a:cubicBezTo>
                  <a:cubicBezTo>
                    <a:pt x="110" y="96"/>
                    <a:pt x="105" y="134"/>
                    <a:pt x="84" y="143"/>
                  </a:cubicBezTo>
                  <a:cubicBezTo>
                    <a:pt x="63" y="152"/>
                    <a:pt x="32" y="130"/>
                    <a:pt x="16" y="93"/>
                  </a:cubicBezTo>
                  <a:cubicBezTo>
                    <a:pt x="0" y="56"/>
                    <a:pt x="5" y="18"/>
                    <a:pt x="26" y="9"/>
                  </a:cubicBezTo>
                  <a:close/>
                </a:path>
              </a:pathLst>
            </a:cu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7964488" y="2376487"/>
              <a:ext cx="174625" cy="244475"/>
            </a:xfrm>
            <a:custGeom>
              <a:rect b="b" l="l" r="r" t="t"/>
              <a:pathLst>
                <a:path extrusionOk="0" h="152" w="109">
                  <a:moveTo>
                    <a:pt x="83" y="9"/>
                  </a:moveTo>
                  <a:cubicBezTo>
                    <a:pt x="62" y="0"/>
                    <a:pt x="31" y="22"/>
                    <a:pt x="16" y="59"/>
                  </a:cubicBezTo>
                  <a:cubicBezTo>
                    <a:pt x="0" y="96"/>
                    <a:pt x="4" y="134"/>
                    <a:pt x="26" y="143"/>
                  </a:cubicBezTo>
                  <a:cubicBezTo>
                    <a:pt x="47" y="152"/>
                    <a:pt x="77" y="130"/>
                    <a:pt x="93" y="93"/>
                  </a:cubicBezTo>
                  <a:cubicBezTo>
                    <a:pt x="109" y="56"/>
                    <a:pt x="104" y="18"/>
                    <a:pt x="83" y="9"/>
                  </a:cubicBezTo>
                  <a:close/>
                </a:path>
              </a:pathLst>
            </a:cu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7137400" y="1866900"/>
              <a:ext cx="971550" cy="731838"/>
            </a:xfrm>
            <a:custGeom>
              <a:rect b="b" l="l" r="r" t="t"/>
              <a:pathLst>
                <a:path extrusionOk="0" h="456" w="606">
                  <a:moveTo>
                    <a:pt x="531" y="453"/>
                  </a:moveTo>
                  <a:cubicBezTo>
                    <a:pt x="531" y="453"/>
                    <a:pt x="513" y="289"/>
                    <a:pt x="471" y="234"/>
                  </a:cubicBezTo>
                  <a:cubicBezTo>
                    <a:pt x="434" y="285"/>
                    <a:pt x="338" y="313"/>
                    <a:pt x="233" y="299"/>
                  </a:cubicBezTo>
                  <a:cubicBezTo>
                    <a:pt x="413" y="218"/>
                    <a:pt x="188" y="309"/>
                    <a:pt x="146" y="271"/>
                  </a:cubicBezTo>
                  <a:cubicBezTo>
                    <a:pt x="106" y="291"/>
                    <a:pt x="87" y="394"/>
                    <a:pt x="67" y="456"/>
                  </a:cubicBezTo>
                  <a:cubicBezTo>
                    <a:pt x="0" y="345"/>
                    <a:pt x="29" y="212"/>
                    <a:pt x="75" y="149"/>
                  </a:cubicBezTo>
                  <a:cubicBezTo>
                    <a:pt x="164" y="27"/>
                    <a:pt x="356" y="0"/>
                    <a:pt x="486" y="111"/>
                  </a:cubicBezTo>
                  <a:cubicBezTo>
                    <a:pt x="577" y="188"/>
                    <a:pt x="606" y="354"/>
                    <a:pt x="531" y="4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8634413" y="4294187"/>
              <a:ext cx="195262" cy="127000"/>
            </a:xfrm>
            <a:custGeom>
              <a:rect b="b" l="l" r="r" t="t"/>
              <a:pathLst>
                <a:path extrusionOk="0" h="79" w="122">
                  <a:moveTo>
                    <a:pt x="61" y="0"/>
                  </a:moveTo>
                  <a:cubicBezTo>
                    <a:pt x="92" y="0"/>
                    <a:pt x="117" y="30"/>
                    <a:pt x="122" y="68"/>
                  </a:cubicBezTo>
                  <a:cubicBezTo>
                    <a:pt x="122" y="72"/>
                    <a:pt x="119" y="79"/>
                    <a:pt x="1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7" y="79"/>
                    <a:pt x="0" y="76"/>
                    <a:pt x="1" y="68"/>
                  </a:cubicBezTo>
                  <a:cubicBezTo>
                    <a:pt x="5" y="30"/>
                    <a:pt x="30" y="0"/>
                    <a:pt x="61" y="0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6" name="Google Shape;296;p21"/>
          <p:cNvGrpSpPr/>
          <p:nvPr/>
        </p:nvGrpSpPr>
        <p:grpSpPr>
          <a:xfrm>
            <a:off x="3717925" y="4000183"/>
            <a:ext cx="2263775" cy="2871787"/>
            <a:chOff x="3717925" y="1751331"/>
            <a:chExt cx="2263775" cy="2871787"/>
          </a:xfrm>
        </p:grpSpPr>
        <p:sp>
          <p:nvSpPr>
            <p:cNvPr id="297" name="Google Shape;297;p21"/>
            <p:cNvSpPr/>
            <p:nvPr/>
          </p:nvSpPr>
          <p:spPr>
            <a:xfrm>
              <a:off x="3990975" y="3078481"/>
              <a:ext cx="1482725" cy="444500"/>
            </a:xfrm>
            <a:custGeom>
              <a:rect b="b" l="l" r="r" t="t"/>
              <a:pathLst>
                <a:path extrusionOk="0" h="277" w="925">
                  <a:moveTo>
                    <a:pt x="615" y="0"/>
                  </a:moveTo>
                  <a:cubicBezTo>
                    <a:pt x="614" y="3"/>
                    <a:pt x="327" y="26"/>
                    <a:pt x="306" y="4"/>
                  </a:cubicBezTo>
                  <a:cubicBezTo>
                    <a:pt x="259" y="76"/>
                    <a:pt x="160" y="59"/>
                    <a:pt x="80" y="79"/>
                  </a:cubicBezTo>
                  <a:cubicBezTo>
                    <a:pt x="0" y="98"/>
                    <a:pt x="76" y="185"/>
                    <a:pt x="76" y="258"/>
                  </a:cubicBezTo>
                  <a:cubicBezTo>
                    <a:pt x="925" y="277"/>
                    <a:pt x="925" y="277"/>
                    <a:pt x="925" y="277"/>
                  </a:cubicBezTo>
                  <a:cubicBezTo>
                    <a:pt x="925" y="204"/>
                    <a:pt x="923" y="95"/>
                    <a:pt x="842" y="75"/>
                  </a:cubicBezTo>
                  <a:cubicBezTo>
                    <a:pt x="761" y="56"/>
                    <a:pt x="660" y="75"/>
                    <a:pt x="615" y="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5133975" y="3092768"/>
              <a:ext cx="847725" cy="1441450"/>
            </a:xfrm>
            <a:custGeom>
              <a:rect b="b" l="l" r="r" t="t"/>
              <a:pathLst>
                <a:path extrusionOk="0" h="898" w="528">
                  <a:moveTo>
                    <a:pt x="485" y="777"/>
                  </a:moveTo>
                  <a:cubicBezTo>
                    <a:pt x="521" y="559"/>
                    <a:pt x="521" y="559"/>
                    <a:pt x="521" y="559"/>
                  </a:cubicBezTo>
                  <a:cubicBezTo>
                    <a:pt x="528" y="523"/>
                    <a:pt x="513" y="496"/>
                    <a:pt x="491" y="481"/>
                  </a:cubicBezTo>
                  <a:cubicBezTo>
                    <a:pt x="203" y="93"/>
                    <a:pt x="203" y="93"/>
                    <a:pt x="203" y="93"/>
                  </a:cubicBezTo>
                  <a:cubicBezTo>
                    <a:pt x="134" y="0"/>
                    <a:pt x="0" y="172"/>
                    <a:pt x="79" y="257"/>
                  </a:cubicBezTo>
                  <a:cubicBezTo>
                    <a:pt x="370" y="565"/>
                    <a:pt x="370" y="565"/>
                    <a:pt x="370" y="565"/>
                  </a:cubicBezTo>
                  <a:cubicBezTo>
                    <a:pt x="392" y="782"/>
                    <a:pt x="392" y="782"/>
                    <a:pt x="392" y="782"/>
                  </a:cubicBezTo>
                  <a:cubicBezTo>
                    <a:pt x="404" y="898"/>
                    <a:pt x="465" y="891"/>
                    <a:pt x="485" y="7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4052888" y="3340418"/>
              <a:ext cx="1360487" cy="1282700"/>
            </a:xfrm>
            <a:custGeom>
              <a:rect b="b" l="l" r="r" t="t"/>
              <a:pathLst>
                <a:path extrusionOk="0" h="799" w="848">
                  <a:moveTo>
                    <a:pt x="80" y="0"/>
                  </a:moveTo>
                  <a:cubicBezTo>
                    <a:pt x="767" y="0"/>
                    <a:pt x="767" y="0"/>
                    <a:pt x="767" y="0"/>
                  </a:cubicBezTo>
                  <a:cubicBezTo>
                    <a:pt x="792" y="376"/>
                    <a:pt x="804" y="549"/>
                    <a:pt x="848" y="799"/>
                  </a:cubicBezTo>
                  <a:cubicBezTo>
                    <a:pt x="0" y="799"/>
                    <a:pt x="0" y="799"/>
                    <a:pt x="0" y="799"/>
                  </a:cubicBezTo>
                  <a:cubicBezTo>
                    <a:pt x="44" y="517"/>
                    <a:pt x="55" y="399"/>
                    <a:pt x="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5748338" y="4202431"/>
              <a:ext cx="182562" cy="331788"/>
            </a:xfrm>
            <a:custGeom>
              <a:rect b="b" l="l" r="r" t="t"/>
              <a:pathLst>
                <a:path extrusionOk="0" h="207" w="114">
                  <a:moveTo>
                    <a:pt x="102" y="86"/>
                  </a:moveTo>
                  <a:cubicBezTo>
                    <a:pt x="114" y="10"/>
                    <a:pt x="114" y="10"/>
                    <a:pt x="114" y="10"/>
                  </a:cubicBezTo>
                  <a:cubicBezTo>
                    <a:pt x="73" y="1"/>
                    <a:pt x="30" y="0"/>
                    <a:pt x="0" y="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21" y="207"/>
                    <a:pt x="82" y="200"/>
                    <a:pt x="102" y="86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5689600" y="4270693"/>
              <a:ext cx="93662" cy="100013"/>
            </a:xfrm>
            <a:custGeom>
              <a:rect b="b" l="l" r="r" t="t"/>
              <a:pathLst>
                <a:path extrusionOk="0" h="62" w="59">
                  <a:moveTo>
                    <a:pt x="52" y="5"/>
                  </a:moveTo>
                  <a:cubicBezTo>
                    <a:pt x="52" y="5"/>
                    <a:pt x="52" y="5"/>
                    <a:pt x="52" y="5"/>
                  </a:cubicBezTo>
                  <a:cubicBezTo>
                    <a:pt x="58" y="11"/>
                    <a:pt x="59" y="20"/>
                    <a:pt x="54" y="26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3" y="61"/>
                    <a:pt x="13" y="62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1" y="51"/>
                    <a:pt x="0" y="42"/>
                    <a:pt x="6" y="36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6" y="0"/>
                    <a:pt x="46" y="0"/>
                    <a:pt x="52" y="5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5738813" y="4254818"/>
              <a:ext cx="195262" cy="127000"/>
            </a:xfrm>
            <a:custGeom>
              <a:rect b="b" l="l" r="r" t="t"/>
              <a:pathLst>
                <a:path extrusionOk="0" h="79" w="122">
                  <a:moveTo>
                    <a:pt x="61" y="0"/>
                  </a:moveTo>
                  <a:cubicBezTo>
                    <a:pt x="92" y="0"/>
                    <a:pt x="118" y="30"/>
                    <a:pt x="122" y="68"/>
                  </a:cubicBezTo>
                  <a:cubicBezTo>
                    <a:pt x="122" y="72"/>
                    <a:pt x="119" y="79"/>
                    <a:pt x="112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7" y="79"/>
                    <a:pt x="0" y="76"/>
                    <a:pt x="1" y="68"/>
                  </a:cubicBezTo>
                  <a:cubicBezTo>
                    <a:pt x="5" y="30"/>
                    <a:pt x="30" y="0"/>
                    <a:pt x="61" y="0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4537075" y="2645093"/>
              <a:ext cx="384175" cy="576263"/>
            </a:xfrm>
            <a:prstGeom prst="rect">
              <a:avLst/>
            </a:pr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4537075" y="2618106"/>
              <a:ext cx="384175" cy="390525"/>
            </a:xfrm>
            <a:custGeom>
              <a:rect b="b" l="l" r="r" t="t"/>
              <a:pathLst>
                <a:path extrusionOk="0" h="243" w="239">
                  <a:moveTo>
                    <a:pt x="173" y="0"/>
                  </a:moveTo>
                  <a:cubicBezTo>
                    <a:pt x="239" y="0"/>
                    <a:pt x="239" y="0"/>
                    <a:pt x="239" y="0"/>
                  </a:cubicBezTo>
                  <a:cubicBezTo>
                    <a:pt x="239" y="243"/>
                    <a:pt x="239" y="243"/>
                    <a:pt x="239" y="24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46" y="66"/>
                    <a:pt x="107" y="24"/>
                    <a:pt x="173" y="0"/>
                  </a:cubicBezTo>
                  <a:close/>
                </a:path>
              </a:pathLst>
            </a:custGeom>
            <a:solidFill>
              <a:srgbClr val="E0B9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717925" y="3068956"/>
              <a:ext cx="549275" cy="1336675"/>
            </a:xfrm>
            <a:custGeom>
              <a:rect b="b" l="l" r="r" t="t"/>
              <a:pathLst>
                <a:path extrusionOk="0" h="833" w="342">
                  <a:moveTo>
                    <a:pt x="299" y="286"/>
                  </a:moveTo>
                  <a:cubicBezTo>
                    <a:pt x="181" y="579"/>
                    <a:pt x="181" y="579"/>
                    <a:pt x="181" y="579"/>
                  </a:cubicBezTo>
                  <a:cubicBezTo>
                    <a:pt x="242" y="671"/>
                    <a:pt x="242" y="671"/>
                    <a:pt x="242" y="671"/>
                  </a:cubicBezTo>
                  <a:cubicBezTo>
                    <a:pt x="306" y="768"/>
                    <a:pt x="219" y="833"/>
                    <a:pt x="132" y="756"/>
                  </a:cubicBezTo>
                  <a:cubicBezTo>
                    <a:pt x="34" y="668"/>
                    <a:pt x="34" y="668"/>
                    <a:pt x="34" y="668"/>
                  </a:cubicBezTo>
                  <a:cubicBezTo>
                    <a:pt x="24" y="660"/>
                    <a:pt x="18" y="651"/>
                    <a:pt x="14" y="642"/>
                  </a:cubicBezTo>
                  <a:cubicBezTo>
                    <a:pt x="3" y="623"/>
                    <a:pt x="0" y="599"/>
                    <a:pt x="10" y="569"/>
                  </a:cubicBezTo>
                  <a:cubicBezTo>
                    <a:pt x="179" y="109"/>
                    <a:pt x="179" y="109"/>
                    <a:pt x="179" y="109"/>
                  </a:cubicBezTo>
                  <a:cubicBezTo>
                    <a:pt x="219" y="0"/>
                    <a:pt x="342" y="178"/>
                    <a:pt x="299" y="2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4159250" y="4232593"/>
              <a:ext cx="109537" cy="79375"/>
            </a:xfrm>
            <a:custGeom>
              <a:rect b="b" l="l" r="r" t="t"/>
              <a:pathLst>
                <a:path extrusionOk="0" h="50" w="68"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7" y="3"/>
                    <a:pt x="16" y="0"/>
                    <a:pt x="23" y="4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65" y="23"/>
                    <a:pt x="68" y="33"/>
                    <a:pt x="64" y="40"/>
                  </a:cubicBezTo>
                  <a:cubicBezTo>
                    <a:pt x="64" y="40"/>
                    <a:pt x="64" y="40"/>
                    <a:pt x="64" y="40"/>
                  </a:cubicBezTo>
                  <a:cubicBezTo>
                    <a:pt x="60" y="47"/>
                    <a:pt x="51" y="50"/>
                    <a:pt x="44" y="47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2" y="27"/>
                    <a:pt x="0" y="18"/>
                    <a:pt x="3" y="1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3930650" y="4200843"/>
              <a:ext cx="273050" cy="182563"/>
            </a:xfrm>
            <a:custGeom>
              <a:rect b="b" l="l" r="r" t="t"/>
              <a:pathLst>
                <a:path extrusionOk="0" h="114" w="171">
                  <a:moveTo>
                    <a:pt x="88" y="0"/>
                  </a:moveTo>
                  <a:cubicBezTo>
                    <a:pt x="135" y="0"/>
                    <a:pt x="171" y="16"/>
                    <a:pt x="171" y="51"/>
                  </a:cubicBezTo>
                  <a:cubicBezTo>
                    <a:pt x="171" y="85"/>
                    <a:pt x="133" y="114"/>
                    <a:pt x="86" y="114"/>
                  </a:cubicBezTo>
                  <a:cubicBezTo>
                    <a:pt x="39" y="114"/>
                    <a:pt x="0" y="85"/>
                    <a:pt x="0" y="51"/>
                  </a:cubicBezTo>
                  <a:cubicBezTo>
                    <a:pt x="0" y="16"/>
                    <a:pt x="41" y="0"/>
                    <a:pt x="88" y="0"/>
                  </a:cubicBezTo>
                  <a:close/>
                </a:path>
              </a:pathLst>
            </a:custGeom>
            <a:solidFill>
              <a:srgbClr val="F5CD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3916363" y="4178618"/>
              <a:ext cx="69850" cy="88900"/>
            </a:xfrm>
            <a:custGeom>
              <a:rect b="b" l="l" r="r" t="t"/>
              <a:pathLst>
                <a:path extrusionOk="0" h="56" w="44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9" y="0"/>
                    <a:pt x="28" y="3"/>
                    <a:pt x="31" y="11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4" y="41"/>
                    <a:pt x="40" y="50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25" y="56"/>
                    <a:pt x="17" y="53"/>
                    <a:pt x="13" y="4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0" y="15"/>
                    <a:pt x="4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3983038" y="4165918"/>
              <a:ext cx="96837" cy="157163"/>
            </a:xfrm>
            <a:custGeom>
              <a:rect b="b" l="l" r="r" t="t"/>
              <a:pathLst>
                <a:path extrusionOk="0" h="97" w="60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9" y="0"/>
                    <a:pt x="27" y="4"/>
                    <a:pt x="31" y="11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60" y="82"/>
                    <a:pt x="56" y="91"/>
                    <a:pt x="48" y="94"/>
                  </a:cubicBezTo>
                  <a:cubicBezTo>
                    <a:pt x="48" y="94"/>
                    <a:pt x="48" y="94"/>
                    <a:pt x="48" y="94"/>
                  </a:cubicBezTo>
                  <a:cubicBezTo>
                    <a:pt x="41" y="97"/>
                    <a:pt x="32" y="93"/>
                    <a:pt x="29" y="86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5"/>
                    <a:pt x="3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4041775" y="4162743"/>
              <a:ext cx="98425" cy="157163"/>
            </a:xfrm>
            <a:custGeom>
              <a:rect b="b" l="l" r="r" t="t"/>
              <a:pathLst>
                <a:path extrusionOk="0" h="97" w="61">
                  <a:moveTo>
                    <a:pt x="12" y="3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9" y="0"/>
                    <a:pt x="28" y="3"/>
                    <a:pt x="31" y="11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61" y="82"/>
                    <a:pt x="57" y="90"/>
                    <a:pt x="50" y="94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2" y="97"/>
                    <a:pt x="33" y="93"/>
                    <a:pt x="30" y="86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0" y="15"/>
                    <a:pt x="4" y="6"/>
                    <a:pt x="12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4105275" y="4164331"/>
              <a:ext cx="95250" cy="157163"/>
            </a:xfrm>
            <a:custGeom>
              <a:rect b="b" l="l" r="r" t="t"/>
              <a:pathLst>
                <a:path extrusionOk="0" h="97" w="60">
                  <a:moveTo>
                    <a:pt x="12" y="3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9" y="0"/>
                    <a:pt x="28" y="4"/>
                    <a:pt x="31" y="11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60" y="82"/>
                    <a:pt x="57" y="91"/>
                    <a:pt x="49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2" y="97"/>
                    <a:pt x="33" y="93"/>
                    <a:pt x="30" y="86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0" y="15"/>
                    <a:pt x="4" y="6"/>
                    <a:pt x="12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4187825" y="1824356"/>
              <a:ext cx="1090612" cy="1058863"/>
            </a:xfrm>
            <a:custGeom>
              <a:rect b="b" l="l" r="r" t="t"/>
              <a:pathLst>
                <a:path extrusionOk="0" h="660" w="680">
                  <a:moveTo>
                    <a:pt x="335" y="660"/>
                  </a:moveTo>
                  <a:cubicBezTo>
                    <a:pt x="237" y="660"/>
                    <a:pt x="134" y="584"/>
                    <a:pt x="83" y="494"/>
                  </a:cubicBezTo>
                  <a:cubicBezTo>
                    <a:pt x="0" y="346"/>
                    <a:pt x="108" y="0"/>
                    <a:pt x="335" y="0"/>
                  </a:cubicBezTo>
                  <a:cubicBezTo>
                    <a:pt x="562" y="0"/>
                    <a:pt x="680" y="347"/>
                    <a:pt x="587" y="492"/>
                  </a:cubicBezTo>
                  <a:cubicBezTo>
                    <a:pt x="513" y="606"/>
                    <a:pt x="433" y="660"/>
                    <a:pt x="335" y="660"/>
                  </a:cubicBezTo>
                  <a:close/>
                </a:path>
              </a:pathLst>
            </a:cu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5780088" y="4200843"/>
              <a:ext cx="47625" cy="107950"/>
            </a:xfrm>
            <a:custGeom>
              <a:rect b="b" l="l" r="r" t="t"/>
              <a:pathLst>
                <a:path extrusionOk="0" h="68" w="29">
                  <a:moveTo>
                    <a:pt x="1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0"/>
                    <a:pt x="29" y="6"/>
                    <a:pt x="29" y="14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61"/>
                    <a:pt x="23" y="68"/>
                    <a:pt x="15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6" y="68"/>
                    <a:pt x="0" y="61"/>
                    <a:pt x="0" y="5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5830888" y="4196081"/>
              <a:ext cx="55562" cy="111125"/>
            </a:xfrm>
            <a:custGeom>
              <a:rect b="b" l="l" r="r" t="t"/>
              <a:pathLst>
                <a:path extrusionOk="0" h="70" w="35">
                  <a:moveTo>
                    <a:pt x="21" y="1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9" y="2"/>
                    <a:pt x="35" y="9"/>
                    <a:pt x="34" y="18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29" y="64"/>
                    <a:pt x="22" y="70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6" y="68"/>
                    <a:pt x="0" y="61"/>
                    <a:pt x="1" y="5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6"/>
                    <a:pt x="13" y="0"/>
                    <a:pt x="21" y="1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5878513" y="4207193"/>
              <a:ext cx="69850" cy="112713"/>
            </a:xfrm>
            <a:custGeom>
              <a:rect b="b" l="l" r="r" t="t"/>
              <a:pathLst>
                <a:path extrusionOk="0" h="70" w="44">
                  <a:moveTo>
                    <a:pt x="31" y="2"/>
                  </a:moveTo>
                  <a:cubicBezTo>
                    <a:pt x="31" y="2"/>
                    <a:pt x="31" y="2"/>
                    <a:pt x="31" y="2"/>
                  </a:cubicBezTo>
                  <a:cubicBezTo>
                    <a:pt x="39" y="4"/>
                    <a:pt x="44" y="12"/>
                    <a:pt x="42" y="20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29" y="65"/>
                    <a:pt x="21" y="70"/>
                    <a:pt x="13" y="68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5" y="65"/>
                    <a:pt x="0" y="57"/>
                    <a:pt x="3" y="49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5" y="4"/>
                    <a:pt x="23" y="0"/>
                    <a:pt x="31" y="2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5711825" y="4251643"/>
              <a:ext cx="69850" cy="92075"/>
            </a:xfrm>
            <a:custGeom>
              <a:rect b="b" l="l" r="r" t="t"/>
              <a:pathLst>
                <a:path extrusionOk="0" h="57" w="44">
                  <a:moveTo>
                    <a:pt x="11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9" y="0"/>
                    <a:pt x="27" y="4"/>
                    <a:pt x="31" y="1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4" y="42"/>
                    <a:pt x="40" y="51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25" y="57"/>
                    <a:pt x="16" y="54"/>
                    <a:pt x="13" y="46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6"/>
                    <a:pt x="3" y="7"/>
                    <a:pt x="11" y="4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4186238" y="1751331"/>
              <a:ext cx="1076325" cy="800100"/>
            </a:xfrm>
            <a:custGeom>
              <a:rect b="b" l="l" r="r" t="t"/>
              <a:pathLst>
                <a:path extrusionOk="0" h="499" w="671">
                  <a:moveTo>
                    <a:pt x="467" y="174"/>
                  </a:moveTo>
                  <a:cubicBezTo>
                    <a:pt x="543" y="206"/>
                    <a:pt x="574" y="303"/>
                    <a:pt x="591" y="368"/>
                  </a:cubicBezTo>
                  <a:cubicBezTo>
                    <a:pt x="617" y="462"/>
                    <a:pt x="602" y="454"/>
                    <a:pt x="636" y="382"/>
                  </a:cubicBezTo>
                  <a:cubicBezTo>
                    <a:pt x="671" y="310"/>
                    <a:pt x="587" y="0"/>
                    <a:pt x="343" y="0"/>
                  </a:cubicBezTo>
                  <a:cubicBezTo>
                    <a:pt x="100" y="0"/>
                    <a:pt x="0" y="239"/>
                    <a:pt x="34" y="369"/>
                  </a:cubicBezTo>
                  <a:cubicBezTo>
                    <a:pt x="68" y="499"/>
                    <a:pt x="68" y="468"/>
                    <a:pt x="89" y="369"/>
                  </a:cubicBezTo>
                  <a:cubicBezTo>
                    <a:pt x="144" y="115"/>
                    <a:pt x="337" y="227"/>
                    <a:pt x="467" y="1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4273550" y="1916431"/>
              <a:ext cx="904875" cy="600075"/>
            </a:xfrm>
            <a:custGeom>
              <a:rect b="b" l="l" r="r" t="t"/>
              <a:pathLst>
                <a:path extrusionOk="0" h="374" w="565">
                  <a:moveTo>
                    <a:pt x="427" y="125"/>
                  </a:moveTo>
                  <a:cubicBezTo>
                    <a:pt x="387" y="142"/>
                    <a:pt x="247" y="230"/>
                    <a:pt x="190" y="232"/>
                  </a:cubicBezTo>
                  <a:cubicBezTo>
                    <a:pt x="132" y="233"/>
                    <a:pt x="200" y="221"/>
                    <a:pt x="216" y="204"/>
                  </a:cubicBezTo>
                  <a:cubicBezTo>
                    <a:pt x="232" y="187"/>
                    <a:pt x="144" y="227"/>
                    <a:pt x="114" y="228"/>
                  </a:cubicBezTo>
                  <a:cubicBezTo>
                    <a:pt x="85" y="230"/>
                    <a:pt x="69" y="244"/>
                    <a:pt x="63" y="268"/>
                  </a:cubicBezTo>
                  <a:cubicBezTo>
                    <a:pt x="58" y="291"/>
                    <a:pt x="64" y="261"/>
                    <a:pt x="61" y="318"/>
                  </a:cubicBezTo>
                  <a:cubicBezTo>
                    <a:pt x="58" y="374"/>
                    <a:pt x="7" y="317"/>
                    <a:pt x="3" y="269"/>
                  </a:cubicBezTo>
                  <a:cubicBezTo>
                    <a:pt x="0" y="221"/>
                    <a:pt x="5" y="213"/>
                    <a:pt x="24" y="168"/>
                  </a:cubicBezTo>
                  <a:cubicBezTo>
                    <a:pt x="43" y="123"/>
                    <a:pt x="276" y="0"/>
                    <a:pt x="357" y="0"/>
                  </a:cubicBezTo>
                  <a:cubicBezTo>
                    <a:pt x="437" y="0"/>
                    <a:pt x="523" y="140"/>
                    <a:pt x="542" y="175"/>
                  </a:cubicBezTo>
                  <a:cubicBezTo>
                    <a:pt x="561" y="209"/>
                    <a:pt x="565" y="247"/>
                    <a:pt x="557" y="278"/>
                  </a:cubicBezTo>
                  <a:cubicBezTo>
                    <a:pt x="548" y="309"/>
                    <a:pt x="511" y="356"/>
                    <a:pt x="511" y="300"/>
                  </a:cubicBezTo>
                  <a:cubicBezTo>
                    <a:pt x="511" y="245"/>
                    <a:pt x="457" y="197"/>
                    <a:pt x="427" y="1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4178300" y="2279968"/>
              <a:ext cx="187325" cy="257175"/>
            </a:xfrm>
            <a:custGeom>
              <a:rect b="b" l="l" r="r" t="t"/>
              <a:pathLst>
                <a:path extrusionOk="0" h="161" w="117">
                  <a:moveTo>
                    <a:pt x="27" y="10"/>
                  </a:moveTo>
                  <a:cubicBezTo>
                    <a:pt x="50" y="0"/>
                    <a:pt x="83" y="24"/>
                    <a:pt x="100" y="63"/>
                  </a:cubicBezTo>
                  <a:cubicBezTo>
                    <a:pt x="117" y="102"/>
                    <a:pt x="112" y="142"/>
                    <a:pt x="89" y="152"/>
                  </a:cubicBezTo>
                  <a:cubicBezTo>
                    <a:pt x="66" y="161"/>
                    <a:pt x="34" y="137"/>
                    <a:pt x="17" y="98"/>
                  </a:cubicBezTo>
                  <a:cubicBezTo>
                    <a:pt x="0" y="59"/>
                    <a:pt x="5" y="19"/>
                    <a:pt x="27" y="10"/>
                  </a:cubicBezTo>
                  <a:close/>
                </a:path>
              </a:pathLst>
            </a:cu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5094288" y="2279968"/>
              <a:ext cx="187325" cy="257175"/>
            </a:xfrm>
            <a:custGeom>
              <a:rect b="b" l="l" r="r" t="t"/>
              <a:pathLst>
                <a:path extrusionOk="0" h="161" w="117">
                  <a:moveTo>
                    <a:pt x="89" y="10"/>
                  </a:moveTo>
                  <a:cubicBezTo>
                    <a:pt x="66" y="0"/>
                    <a:pt x="34" y="24"/>
                    <a:pt x="17" y="63"/>
                  </a:cubicBezTo>
                  <a:cubicBezTo>
                    <a:pt x="0" y="102"/>
                    <a:pt x="5" y="142"/>
                    <a:pt x="28" y="152"/>
                  </a:cubicBezTo>
                  <a:cubicBezTo>
                    <a:pt x="50" y="161"/>
                    <a:pt x="83" y="137"/>
                    <a:pt x="100" y="98"/>
                  </a:cubicBezTo>
                  <a:cubicBezTo>
                    <a:pt x="117" y="59"/>
                    <a:pt x="112" y="19"/>
                    <a:pt x="89" y="10"/>
                  </a:cubicBezTo>
                  <a:close/>
                </a:path>
              </a:pathLst>
            </a:custGeom>
            <a:solidFill>
              <a:srgbClr val="FED9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1" name="Google Shape;321;p21"/>
          <p:cNvGrpSpPr/>
          <p:nvPr/>
        </p:nvGrpSpPr>
        <p:grpSpPr>
          <a:xfrm>
            <a:off x="498475" y="3920014"/>
            <a:ext cx="2665412" cy="2944812"/>
            <a:chOff x="498475" y="1690688"/>
            <a:chExt cx="2665412" cy="2944812"/>
          </a:xfrm>
        </p:grpSpPr>
        <p:sp>
          <p:nvSpPr>
            <p:cNvPr id="322" name="Google Shape;322;p21"/>
            <p:cNvSpPr/>
            <p:nvPr/>
          </p:nvSpPr>
          <p:spPr>
            <a:xfrm>
              <a:off x="1163638" y="3062288"/>
              <a:ext cx="1350962" cy="534988"/>
            </a:xfrm>
            <a:custGeom>
              <a:rect b="b" l="l" r="r" t="t"/>
              <a:pathLst>
                <a:path extrusionOk="0" h="333" w="842">
                  <a:moveTo>
                    <a:pt x="500" y="0"/>
                  </a:moveTo>
                  <a:cubicBezTo>
                    <a:pt x="499" y="3"/>
                    <a:pt x="338" y="5"/>
                    <a:pt x="336" y="8"/>
                  </a:cubicBezTo>
                  <a:cubicBezTo>
                    <a:pt x="286" y="80"/>
                    <a:pt x="177" y="111"/>
                    <a:pt x="90" y="131"/>
                  </a:cubicBezTo>
                  <a:cubicBezTo>
                    <a:pt x="4" y="150"/>
                    <a:pt x="0" y="260"/>
                    <a:pt x="0" y="333"/>
                  </a:cubicBezTo>
                  <a:cubicBezTo>
                    <a:pt x="842" y="333"/>
                    <a:pt x="842" y="333"/>
                    <a:pt x="842" y="333"/>
                  </a:cubicBezTo>
                  <a:cubicBezTo>
                    <a:pt x="842" y="260"/>
                    <a:pt x="840" y="150"/>
                    <a:pt x="752" y="131"/>
                  </a:cubicBezTo>
                  <a:cubicBezTo>
                    <a:pt x="664" y="111"/>
                    <a:pt x="548" y="75"/>
                    <a:pt x="500" y="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23" name="Google Shape;323;p21"/>
            <p:cNvGrpSpPr/>
            <p:nvPr/>
          </p:nvGrpSpPr>
          <p:grpSpPr>
            <a:xfrm>
              <a:off x="498475" y="3200400"/>
              <a:ext cx="2665412" cy="1435100"/>
              <a:chOff x="498475" y="5441950"/>
              <a:chExt cx="2665412" cy="1435100"/>
            </a:xfrm>
          </p:grpSpPr>
          <p:sp>
            <p:nvSpPr>
              <p:cNvPr id="324" name="Google Shape;324;p21"/>
              <p:cNvSpPr/>
              <p:nvPr/>
            </p:nvSpPr>
            <p:spPr>
              <a:xfrm>
                <a:off x="1158875" y="5594350"/>
                <a:ext cx="1360487" cy="1282700"/>
              </a:xfrm>
              <a:custGeom>
                <a:rect b="b" l="l" r="r" t="t"/>
                <a:pathLst>
                  <a:path extrusionOk="0" h="799" w="848">
                    <a:moveTo>
                      <a:pt x="80" y="0"/>
                    </a:moveTo>
                    <a:cubicBezTo>
                      <a:pt x="767" y="0"/>
                      <a:pt x="767" y="0"/>
                      <a:pt x="767" y="0"/>
                    </a:cubicBezTo>
                    <a:cubicBezTo>
                      <a:pt x="742" y="176"/>
                      <a:pt x="660" y="385"/>
                      <a:pt x="734" y="544"/>
                    </a:cubicBezTo>
                    <a:cubicBezTo>
                      <a:pt x="783" y="649"/>
                      <a:pt x="846" y="722"/>
                      <a:pt x="848" y="799"/>
                    </a:cubicBezTo>
                    <a:cubicBezTo>
                      <a:pt x="0" y="799"/>
                      <a:pt x="0" y="799"/>
                      <a:pt x="0" y="799"/>
                    </a:cubicBezTo>
                    <a:cubicBezTo>
                      <a:pt x="2" y="698"/>
                      <a:pt x="64" y="647"/>
                      <a:pt x="137" y="544"/>
                    </a:cubicBezTo>
                    <a:cubicBezTo>
                      <a:pt x="244" y="393"/>
                      <a:pt x="108" y="192"/>
                      <a:pt x="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2811463" y="6035675"/>
                <a:ext cx="295275" cy="752475"/>
              </a:xfrm>
              <a:custGeom>
                <a:rect b="b" l="l" r="r" t="t"/>
                <a:pathLst>
                  <a:path extrusionOk="0" h="469" w="185">
                    <a:moveTo>
                      <a:pt x="129" y="348"/>
                    </a:move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85" y="16"/>
                      <a:pt x="0" y="0"/>
                      <a:pt x="12" y="116"/>
                    </a:cubicBezTo>
                    <a:cubicBezTo>
                      <a:pt x="36" y="353"/>
                      <a:pt x="36" y="353"/>
                      <a:pt x="36" y="353"/>
                    </a:cubicBezTo>
                    <a:cubicBezTo>
                      <a:pt x="48" y="469"/>
                      <a:pt x="109" y="462"/>
                      <a:pt x="129" y="34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498475" y="5441950"/>
                <a:ext cx="1019175" cy="1016000"/>
              </a:xfrm>
              <a:custGeom>
                <a:rect b="b" l="l" r="r" t="t"/>
                <a:pathLst>
                  <a:path extrusionOk="0" h="633" w="635">
                    <a:moveTo>
                      <a:pt x="553" y="206"/>
                    </a:moveTo>
                    <a:cubicBezTo>
                      <a:pt x="206" y="551"/>
                      <a:pt x="206" y="551"/>
                      <a:pt x="206" y="551"/>
                    </a:cubicBezTo>
                    <a:cubicBezTo>
                      <a:pt x="124" y="633"/>
                      <a:pt x="0" y="508"/>
                      <a:pt x="82" y="426"/>
                    </a:cubicBezTo>
                    <a:cubicBezTo>
                      <a:pt x="429" y="82"/>
                      <a:pt x="429" y="82"/>
                      <a:pt x="429" y="82"/>
                    </a:cubicBezTo>
                    <a:cubicBezTo>
                      <a:pt x="511" y="0"/>
                      <a:pt x="635" y="124"/>
                      <a:pt x="553" y="20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2136775" y="5441950"/>
                <a:ext cx="1027112" cy="952500"/>
              </a:xfrm>
              <a:custGeom>
                <a:rect b="b" l="l" r="r" t="t"/>
                <a:pathLst>
                  <a:path extrusionOk="0" h="594" w="640">
                    <a:moveTo>
                      <a:pt x="88" y="206"/>
                    </a:moveTo>
                    <a:cubicBezTo>
                      <a:pt x="445" y="518"/>
                      <a:pt x="445" y="518"/>
                      <a:pt x="445" y="518"/>
                    </a:cubicBezTo>
                    <a:cubicBezTo>
                      <a:pt x="533" y="594"/>
                      <a:pt x="640" y="508"/>
                      <a:pt x="558" y="426"/>
                    </a:cubicBezTo>
                    <a:cubicBezTo>
                      <a:pt x="211" y="82"/>
                      <a:pt x="211" y="82"/>
                      <a:pt x="211" y="82"/>
                    </a:cubicBezTo>
                    <a:cubicBezTo>
                      <a:pt x="129" y="0"/>
                      <a:pt x="0" y="130"/>
                      <a:pt x="88" y="20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523875" y="6008688"/>
                <a:ext cx="1068387" cy="538163"/>
              </a:xfrm>
              <a:custGeom>
                <a:rect b="b" l="l" r="r" t="t"/>
                <a:pathLst>
                  <a:path extrusionOk="0" h="336" w="666">
                    <a:moveTo>
                      <a:pt x="475" y="309"/>
                    </a:moveTo>
                    <a:cubicBezTo>
                      <a:pt x="113" y="223"/>
                      <a:pt x="113" y="223"/>
                      <a:pt x="113" y="223"/>
                    </a:cubicBezTo>
                    <a:cubicBezTo>
                      <a:pt x="0" y="196"/>
                      <a:pt x="54" y="0"/>
                      <a:pt x="157" y="53"/>
                    </a:cubicBezTo>
                    <a:cubicBezTo>
                      <a:pt x="563" y="261"/>
                      <a:pt x="563" y="261"/>
                      <a:pt x="563" y="261"/>
                    </a:cubicBezTo>
                    <a:cubicBezTo>
                      <a:pt x="666" y="314"/>
                      <a:pt x="588" y="336"/>
                      <a:pt x="475" y="30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29" name="Google Shape;329;p21"/>
            <p:cNvSpPr/>
            <p:nvPr/>
          </p:nvSpPr>
          <p:spPr>
            <a:xfrm>
              <a:off x="1293813" y="1690688"/>
              <a:ext cx="1103312" cy="1622425"/>
            </a:xfrm>
            <a:custGeom>
              <a:rect b="b" l="l" r="r" t="t"/>
              <a:pathLst>
                <a:path extrusionOk="0" h="1011" w="688">
                  <a:moveTo>
                    <a:pt x="342" y="1005"/>
                  </a:moveTo>
                  <a:cubicBezTo>
                    <a:pt x="35" y="1011"/>
                    <a:pt x="0" y="648"/>
                    <a:pt x="11" y="469"/>
                  </a:cubicBezTo>
                  <a:cubicBezTo>
                    <a:pt x="32" y="134"/>
                    <a:pt x="336" y="0"/>
                    <a:pt x="459" y="115"/>
                  </a:cubicBezTo>
                  <a:cubicBezTo>
                    <a:pt x="591" y="115"/>
                    <a:pt x="653" y="279"/>
                    <a:pt x="668" y="466"/>
                  </a:cubicBezTo>
                  <a:cubicBezTo>
                    <a:pt x="688" y="714"/>
                    <a:pt x="596" y="1000"/>
                    <a:pt x="342" y="10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2854325" y="4214813"/>
              <a:ext cx="184150" cy="331788"/>
            </a:xfrm>
            <a:custGeom>
              <a:rect b="b" l="l" r="r" t="t"/>
              <a:pathLst>
                <a:path extrusionOk="0" h="207" w="115">
                  <a:moveTo>
                    <a:pt x="102" y="86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74" y="1"/>
                    <a:pt x="30" y="0"/>
                    <a:pt x="0" y="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21" y="207"/>
                    <a:pt x="82" y="200"/>
                    <a:pt x="102" y="86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2797175" y="4283075"/>
              <a:ext cx="92075" cy="100013"/>
            </a:xfrm>
            <a:custGeom>
              <a:rect b="b" l="l" r="r" t="t"/>
              <a:pathLst>
                <a:path extrusionOk="0" h="62" w="58"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  <a:cubicBezTo>
                    <a:pt x="57" y="11"/>
                    <a:pt x="58" y="20"/>
                    <a:pt x="53" y="26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2" y="61"/>
                    <a:pt x="13" y="62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0" y="51"/>
                    <a:pt x="0" y="42"/>
                    <a:pt x="5" y="3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5" y="0"/>
                    <a:pt x="45" y="0"/>
                    <a:pt x="51" y="5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2844800" y="4267200"/>
              <a:ext cx="195262" cy="127000"/>
            </a:xfrm>
            <a:custGeom>
              <a:rect b="b" l="l" r="r" t="t"/>
              <a:pathLst>
                <a:path extrusionOk="0" h="79" w="122">
                  <a:moveTo>
                    <a:pt x="61" y="0"/>
                  </a:moveTo>
                  <a:cubicBezTo>
                    <a:pt x="92" y="0"/>
                    <a:pt x="118" y="30"/>
                    <a:pt x="122" y="68"/>
                  </a:cubicBezTo>
                  <a:cubicBezTo>
                    <a:pt x="122" y="72"/>
                    <a:pt x="119" y="79"/>
                    <a:pt x="112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7" y="79"/>
                    <a:pt x="0" y="76"/>
                    <a:pt x="1" y="68"/>
                  </a:cubicBezTo>
                  <a:cubicBezTo>
                    <a:pt x="5" y="30"/>
                    <a:pt x="31" y="0"/>
                    <a:pt x="61" y="0"/>
                  </a:cubicBezTo>
                  <a:close/>
                </a:path>
              </a:pathLst>
            </a:custGeom>
            <a:solidFill>
              <a:srgbClr val="CD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1703388" y="2657475"/>
              <a:ext cx="261937" cy="576263"/>
            </a:xfrm>
            <a:prstGeom prst="rect">
              <a:avLst/>
            </a:pr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1703388" y="2657475"/>
              <a:ext cx="261937" cy="390525"/>
            </a:xfrm>
            <a:custGeom>
              <a:rect b="b" l="l" r="r" t="t"/>
              <a:pathLst>
                <a:path extrusionOk="0" h="243" w="164">
                  <a:moveTo>
                    <a:pt x="119" y="0"/>
                  </a:moveTo>
                  <a:cubicBezTo>
                    <a:pt x="164" y="0"/>
                    <a:pt x="164" y="0"/>
                    <a:pt x="164" y="0"/>
                  </a:cubicBezTo>
                  <a:cubicBezTo>
                    <a:pt x="164" y="243"/>
                    <a:pt x="164" y="243"/>
                    <a:pt x="164" y="24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32" y="67"/>
                    <a:pt x="74" y="24"/>
                    <a:pt x="119" y="0"/>
                  </a:cubicBezTo>
                  <a:close/>
                </a:path>
              </a:pathLst>
            </a:custGeom>
            <a:solidFill>
              <a:srgbClr val="E0B9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1508125" y="4244975"/>
              <a:ext cx="109537" cy="79375"/>
            </a:xfrm>
            <a:custGeom>
              <a:rect b="b" l="l" r="r" t="t"/>
              <a:pathLst>
                <a:path extrusionOk="0" h="50" w="68"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7" y="3"/>
                    <a:pt x="16" y="0"/>
                    <a:pt x="24" y="4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65" y="23"/>
                    <a:pt x="68" y="33"/>
                    <a:pt x="64" y="40"/>
                  </a:cubicBezTo>
                  <a:cubicBezTo>
                    <a:pt x="64" y="40"/>
                    <a:pt x="64" y="40"/>
                    <a:pt x="64" y="40"/>
                  </a:cubicBezTo>
                  <a:cubicBezTo>
                    <a:pt x="61" y="47"/>
                    <a:pt x="52" y="50"/>
                    <a:pt x="44" y="46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3" y="27"/>
                    <a:pt x="0" y="17"/>
                    <a:pt x="4" y="1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1281113" y="4213225"/>
              <a:ext cx="274637" cy="180975"/>
            </a:xfrm>
            <a:custGeom>
              <a:rect b="b" l="l" r="r" t="t"/>
              <a:pathLst>
                <a:path extrusionOk="0" h="113" w="171">
                  <a:moveTo>
                    <a:pt x="87" y="0"/>
                  </a:moveTo>
                  <a:cubicBezTo>
                    <a:pt x="135" y="0"/>
                    <a:pt x="171" y="16"/>
                    <a:pt x="171" y="50"/>
                  </a:cubicBezTo>
                  <a:cubicBezTo>
                    <a:pt x="171" y="85"/>
                    <a:pt x="132" y="113"/>
                    <a:pt x="85" y="113"/>
                  </a:cubicBezTo>
                  <a:cubicBezTo>
                    <a:pt x="38" y="113"/>
                    <a:pt x="0" y="85"/>
                    <a:pt x="0" y="50"/>
                  </a:cubicBezTo>
                  <a:cubicBezTo>
                    <a:pt x="0" y="16"/>
                    <a:pt x="40" y="0"/>
                    <a:pt x="87" y="0"/>
                  </a:cubicBezTo>
                  <a:close/>
                </a:path>
              </a:pathLst>
            </a:custGeom>
            <a:solidFill>
              <a:srgbClr val="F5CD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1266825" y="4191000"/>
              <a:ext cx="68262" cy="88900"/>
            </a:xfrm>
            <a:custGeom>
              <a:rect b="b" l="l" r="r" t="t"/>
              <a:pathLst>
                <a:path extrusionOk="0" h="56" w="4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8" y="0"/>
                    <a:pt x="27" y="3"/>
                    <a:pt x="30" y="1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3" y="41"/>
                    <a:pt x="40" y="50"/>
                    <a:pt x="32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5" y="56"/>
                    <a:pt x="16" y="53"/>
                    <a:pt x="13" y="45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15"/>
                    <a:pt x="3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1331913" y="4178300"/>
              <a:ext cx="96837" cy="157163"/>
            </a:xfrm>
            <a:custGeom>
              <a:rect b="b" l="l" r="r" t="t"/>
              <a:pathLst>
                <a:path extrusionOk="0" h="97" w="60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9" y="0"/>
                    <a:pt x="28" y="3"/>
                    <a:pt x="31" y="11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60" y="82"/>
                    <a:pt x="56" y="91"/>
                    <a:pt x="49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1" y="97"/>
                    <a:pt x="32" y="93"/>
                    <a:pt x="29" y="8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15"/>
                    <a:pt x="4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1393825" y="4173538"/>
              <a:ext cx="95250" cy="158750"/>
            </a:xfrm>
            <a:custGeom>
              <a:rect b="b" l="l" r="r" t="t"/>
              <a:pathLst>
                <a:path extrusionOk="0" h="98" w="60">
                  <a:moveTo>
                    <a:pt x="11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9" y="0"/>
                    <a:pt x="27" y="4"/>
                    <a:pt x="31" y="12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60" y="82"/>
                    <a:pt x="56" y="91"/>
                    <a:pt x="49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1" y="98"/>
                    <a:pt x="33" y="94"/>
                    <a:pt x="29" y="86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6"/>
                    <a:pt x="3" y="7"/>
                    <a:pt x="11" y="4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1455738" y="4176713"/>
              <a:ext cx="96837" cy="157163"/>
            </a:xfrm>
            <a:custGeom>
              <a:rect b="b" l="l" r="r" t="t"/>
              <a:pathLst>
                <a:path extrusionOk="0" h="97" w="60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9" y="0"/>
                    <a:pt x="27" y="3"/>
                    <a:pt x="31" y="11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60" y="82"/>
                    <a:pt x="56" y="91"/>
                    <a:pt x="49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1" y="97"/>
                    <a:pt x="32" y="93"/>
                    <a:pt x="29" y="8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15"/>
                    <a:pt x="3" y="6"/>
                    <a:pt x="11" y="3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1360488" y="1919288"/>
              <a:ext cx="942975" cy="1000125"/>
            </a:xfrm>
            <a:custGeom>
              <a:rect b="b" l="l" r="r" t="t"/>
              <a:pathLst>
                <a:path extrusionOk="0" h="623" w="589">
                  <a:moveTo>
                    <a:pt x="294" y="623"/>
                  </a:moveTo>
                  <a:cubicBezTo>
                    <a:pt x="228" y="623"/>
                    <a:pt x="87" y="518"/>
                    <a:pt x="43" y="368"/>
                  </a:cubicBezTo>
                  <a:cubicBezTo>
                    <a:pt x="0" y="217"/>
                    <a:pt x="82" y="0"/>
                    <a:pt x="294" y="0"/>
                  </a:cubicBezTo>
                  <a:cubicBezTo>
                    <a:pt x="506" y="0"/>
                    <a:pt x="589" y="217"/>
                    <a:pt x="545" y="368"/>
                  </a:cubicBezTo>
                  <a:cubicBezTo>
                    <a:pt x="501" y="518"/>
                    <a:pt x="361" y="623"/>
                    <a:pt x="294" y="623"/>
                  </a:cubicBezTo>
                  <a:close/>
                </a:path>
              </a:pathLst>
            </a:cu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1320800" y="2349500"/>
              <a:ext cx="174625" cy="244475"/>
            </a:xfrm>
            <a:custGeom>
              <a:rect b="b" l="l" r="r" t="t"/>
              <a:pathLst>
                <a:path extrusionOk="0" h="152" w="109">
                  <a:moveTo>
                    <a:pt x="26" y="9"/>
                  </a:moveTo>
                  <a:cubicBezTo>
                    <a:pt x="47" y="0"/>
                    <a:pt x="77" y="22"/>
                    <a:pt x="93" y="59"/>
                  </a:cubicBezTo>
                  <a:cubicBezTo>
                    <a:pt x="109" y="96"/>
                    <a:pt x="105" y="134"/>
                    <a:pt x="83" y="143"/>
                  </a:cubicBezTo>
                  <a:cubicBezTo>
                    <a:pt x="62" y="152"/>
                    <a:pt x="32" y="130"/>
                    <a:pt x="16" y="93"/>
                  </a:cubicBezTo>
                  <a:cubicBezTo>
                    <a:pt x="0" y="56"/>
                    <a:pt x="4" y="18"/>
                    <a:pt x="26" y="9"/>
                  </a:cubicBezTo>
                  <a:close/>
                </a:path>
              </a:pathLst>
            </a:cu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2176463" y="2349500"/>
              <a:ext cx="174625" cy="244475"/>
            </a:xfrm>
            <a:custGeom>
              <a:rect b="b" l="l" r="r" t="t"/>
              <a:pathLst>
                <a:path extrusionOk="0" h="152" w="109">
                  <a:moveTo>
                    <a:pt x="83" y="9"/>
                  </a:moveTo>
                  <a:cubicBezTo>
                    <a:pt x="62" y="0"/>
                    <a:pt x="32" y="22"/>
                    <a:pt x="16" y="59"/>
                  </a:cubicBezTo>
                  <a:cubicBezTo>
                    <a:pt x="0" y="96"/>
                    <a:pt x="4" y="134"/>
                    <a:pt x="26" y="143"/>
                  </a:cubicBezTo>
                  <a:cubicBezTo>
                    <a:pt x="47" y="152"/>
                    <a:pt x="77" y="130"/>
                    <a:pt x="93" y="93"/>
                  </a:cubicBezTo>
                  <a:cubicBezTo>
                    <a:pt x="109" y="56"/>
                    <a:pt x="105" y="18"/>
                    <a:pt x="83" y="9"/>
                  </a:cubicBezTo>
                  <a:close/>
                </a:path>
              </a:pathLst>
            </a:custGeom>
            <a:solidFill>
              <a:srgbClr val="FEE9D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1328738" y="1858963"/>
              <a:ext cx="1065212" cy="657225"/>
            </a:xfrm>
            <a:custGeom>
              <a:rect b="b" l="l" r="r" t="t"/>
              <a:pathLst>
                <a:path extrusionOk="0" h="410" w="664">
                  <a:moveTo>
                    <a:pt x="584" y="404"/>
                  </a:moveTo>
                  <a:cubicBezTo>
                    <a:pt x="664" y="59"/>
                    <a:pt x="422" y="0"/>
                    <a:pt x="280" y="0"/>
                  </a:cubicBezTo>
                  <a:cubicBezTo>
                    <a:pt x="120" y="0"/>
                    <a:pt x="0" y="189"/>
                    <a:pt x="27" y="410"/>
                  </a:cubicBezTo>
                  <a:cubicBezTo>
                    <a:pt x="112" y="359"/>
                    <a:pt x="187" y="257"/>
                    <a:pt x="373" y="92"/>
                  </a:cubicBezTo>
                  <a:cubicBezTo>
                    <a:pt x="346" y="140"/>
                    <a:pt x="293" y="229"/>
                    <a:pt x="114" y="389"/>
                  </a:cubicBezTo>
                  <a:cubicBezTo>
                    <a:pt x="211" y="405"/>
                    <a:pt x="390" y="283"/>
                    <a:pt x="486" y="156"/>
                  </a:cubicBezTo>
                  <a:cubicBezTo>
                    <a:pt x="509" y="246"/>
                    <a:pt x="542" y="345"/>
                    <a:pt x="584" y="4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2886075" y="4213225"/>
              <a:ext cx="47625" cy="107950"/>
            </a:xfrm>
            <a:custGeom>
              <a:rect b="b" l="l" r="r" t="t"/>
              <a:pathLst>
                <a:path extrusionOk="0" h="68" w="30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0"/>
                    <a:pt x="30" y="6"/>
                    <a:pt x="30" y="14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61"/>
                    <a:pt x="23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6" y="68"/>
                    <a:pt x="0" y="61"/>
                    <a:pt x="0" y="5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5" y="0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2935288" y="4208463"/>
              <a:ext cx="57150" cy="111125"/>
            </a:xfrm>
            <a:custGeom>
              <a:rect b="b" l="l" r="r" t="t"/>
              <a:pathLst>
                <a:path extrusionOk="0" h="70" w="35">
                  <a:moveTo>
                    <a:pt x="21" y="1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30" y="2"/>
                    <a:pt x="35" y="9"/>
                    <a:pt x="35" y="18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30" y="64"/>
                    <a:pt x="22" y="70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6" y="68"/>
                    <a:pt x="0" y="61"/>
                    <a:pt x="1" y="5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6"/>
                    <a:pt x="13" y="0"/>
                    <a:pt x="21" y="1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2986088" y="4219575"/>
              <a:ext cx="68262" cy="112713"/>
            </a:xfrm>
            <a:custGeom>
              <a:rect b="b" l="l" r="r" t="t"/>
              <a:pathLst>
                <a:path extrusionOk="0" h="70" w="43">
                  <a:moveTo>
                    <a:pt x="30" y="2"/>
                  </a:moveTo>
                  <a:cubicBezTo>
                    <a:pt x="30" y="2"/>
                    <a:pt x="30" y="2"/>
                    <a:pt x="30" y="2"/>
                  </a:cubicBezTo>
                  <a:cubicBezTo>
                    <a:pt x="38" y="4"/>
                    <a:pt x="43" y="12"/>
                    <a:pt x="41" y="20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28" y="65"/>
                    <a:pt x="20" y="70"/>
                    <a:pt x="12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4" y="65"/>
                    <a:pt x="0" y="57"/>
                    <a:pt x="2" y="49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4" y="4"/>
                    <a:pt x="22" y="0"/>
                    <a:pt x="30" y="2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2817813" y="4264025"/>
              <a:ext cx="69850" cy="92075"/>
            </a:xfrm>
            <a:custGeom>
              <a:rect b="b" l="l" r="r" t="t"/>
              <a:pathLst>
                <a:path extrusionOk="0" h="57" w="44">
                  <a:moveTo>
                    <a:pt x="11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9" y="0"/>
                    <a:pt x="28" y="4"/>
                    <a:pt x="31" y="12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4" y="42"/>
                    <a:pt x="40" y="51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25" y="57"/>
                    <a:pt x="16" y="54"/>
                    <a:pt x="13" y="46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6"/>
                    <a:pt x="4" y="7"/>
                    <a:pt x="11" y="4"/>
                  </a:cubicBezTo>
                  <a:close/>
                </a:path>
              </a:pathLst>
            </a:custGeom>
            <a:solidFill>
              <a:srgbClr val="FDDE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49" name="Google Shape;349;p21"/>
            <p:cNvGrpSpPr/>
            <p:nvPr/>
          </p:nvGrpSpPr>
          <p:grpSpPr>
            <a:xfrm>
              <a:off x="1339850" y="1920875"/>
              <a:ext cx="984250" cy="461963"/>
              <a:chOff x="1339850" y="4162425"/>
              <a:chExt cx="984250" cy="461963"/>
            </a:xfrm>
          </p:grpSpPr>
          <p:sp>
            <p:nvSpPr>
              <p:cNvPr id="350" name="Google Shape;350;p21"/>
              <p:cNvSpPr/>
              <p:nvPr/>
            </p:nvSpPr>
            <p:spPr>
              <a:xfrm>
                <a:off x="1339850" y="4162425"/>
                <a:ext cx="984250" cy="461963"/>
              </a:xfrm>
              <a:custGeom>
                <a:rect b="b" l="l" r="r" t="t"/>
                <a:pathLst>
                  <a:path extrusionOk="0" h="288" w="613">
                    <a:moveTo>
                      <a:pt x="0" y="288"/>
                    </a:moveTo>
                    <a:cubicBezTo>
                      <a:pt x="30" y="168"/>
                      <a:pt x="97" y="84"/>
                      <a:pt x="176" y="39"/>
                    </a:cubicBezTo>
                    <a:cubicBezTo>
                      <a:pt x="223" y="13"/>
                      <a:pt x="274" y="0"/>
                      <a:pt x="324" y="0"/>
                    </a:cubicBezTo>
                    <a:cubicBezTo>
                      <a:pt x="375" y="1"/>
                      <a:pt x="424" y="15"/>
                      <a:pt x="468" y="43"/>
                    </a:cubicBezTo>
                    <a:cubicBezTo>
                      <a:pt x="537" y="88"/>
                      <a:pt x="592" y="167"/>
                      <a:pt x="613" y="282"/>
                    </a:cubicBezTo>
                    <a:cubicBezTo>
                      <a:pt x="610" y="279"/>
                      <a:pt x="608" y="277"/>
                      <a:pt x="604" y="276"/>
                    </a:cubicBezTo>
                    <a:cubicBezTo>
                      <a:pt x="600" y="274"/>
                      <a:pt x="596" y="274"/>
                      <a:pt x="591" y="274"/>
                    </a:cubicBezTo>
                    <a:cubicBezTo>
                      <a:pt x="570" y="171"/>
                      <a:pt x="520" y="100"/>
                      <a:pt x="458" y="60"/>
                    </a:cubicBezTo>
                    <a:cubicBezTo>
                      <a:pt x="417" y="34"/>
                      <a:pt x="371" y="20"/>
                      <a:pt x="324" y="20"/>
                    </a:cubicBezTo>
                    <a:cubicBezTo>
                      <a:pt x="277" y="19"/>
                      <a:pt x="229" y="32"/>
                      <a:pt x="186" y="57"/>
                    </a:cubicBezTo>
                    <a:cubicBezTo>
                      <a:pt x="115" y="97"/>
                      <a:pt x="55" y="170"/>
                      <a:pt x="25" y="274"/>
                    </a:cubicBezTo>
                    <a:cubicBezTo>
                      <a:pt x="21" y="274"/>
                      <a:pt x="17" y="274"/>
                      <a:pt x="14" y="276"/>
                    </a:cubicBezTo>
                    <a:cubicBezTo>
                      <a:pt x="8" y="278"/>
                      <a:pt x="4" y="283"/>
                      <a:pt x="0" y="28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1" name="Google Shape;351;p21"/>
              <p:cNvSpPr/>
              <p:nvPr/>
            </p:nvSpPr>
            <p:spPr>
              <a:xfrm>
                <a:off x="2124075" y="4186238"/>
                <a:ext cx="106362" cy="150813"/>
              </a:xfrm>
              <a:custGeom>
                <a:rect b="b" l="l" r="r" t="t"/>
                <a:pathLst>
                  <a:path extrusionOk="0" h="94" w="66">
                    <a:moveTo>
                      <a:pt x="33" y="0"/>
                    </a:moveTo>
                    <a:cubicBezTo>
                      <a:pt x="35" y="0"/>
                      <a:pt x="37" y="0"/>
                      <a:pt x="39" y="0"/>
                    </a:cubicBezTo>
                    <a:cubicBezTo>
                      <a:pt x="51" y="2"/>
                      <a:pt x="62" y="11"/>
                      <a:pt x="64" y="26"/>
                    </a:cubicBezTo>
                    <a:cubicBezTo>
                      <a:pt x="66" y="41"/>
                      <a:pt x="58" y="61"/>
                      <a:pt x="33" y="84"/>
                    </a:cubicBezTo>
                    <a:cubicBezTo>
                      <a:pt x="33" y="55"/>
                      <a:pt x="33" y="55"/>
                      <a:pt x="33" y="55"/>
                    </a:cubicBezTo>
                    <a:cubicBezTo>
                      <a:pt x="42" y="44"/>
                      <a:pt x="45" y="35"/>
                      <a:pt x="44" y="29"/>
                    </a:cubicBezTo>
                    <a:cubicBezTo>
                      <a:pt x="43" y="24"/>
                      <a:pt x="40" y="21"/>
                      <a:pt x="36" y="20"/>
                    </a:cubicBezTo>
                    <a:cubicBezTo>
                      <a:pt x="35" y="20"/>
                      <a:pt x="34" y="20"/>
                      <a:pt x="33" y="20"/>
                    </a:cubicBezTo>
                    <a:lnTo>
                      <a:pt x="33" y="0"/>
                    </a:lnTo>
                    <a:close/>
                    <a:moveTo>
                      <a:pt x="17" y="82"/>
                    </a:moveTo>
                    <a:cubicBezTo>
                      <a:pt x="0" y="52"/>
                      <a:pt x="0" y="30"/>
                      <a:pt x="7" y="17"/>
                    </a:cubicBezTo>
                    <a:cubicBezTo>
                      <a:pt x="13" y="5"/>
                      <a:pt x="23" y="0"/>
                      <a:pt x="33" y="0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30" y="20"/>
                      <a:pt x="26" y="22"/>
                      <a:pt x="24" y="26"/>
                    </a:cubicBezTo>
                    <a:cubicBezTo>
                      <a:pt x="21" y="33"/>
                      <a:pt x="21" y="44"/>
                      <a:pt x="28" y="61"/>
                    </a:cubicBezTo>
                    <a:cubicBezTo>
                      <a:pt x="30" y="59"/>
                      <a:pt x="32" y="57"/>
                      <a:pt x="33" y="55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2" y="85"/>
                      <a:pt x="32" y="85"/>
                      <a:pt x="32" y="85"/>
                    </a:cubicBezTo>
                    <a:cubicBezTo>
                      <a:pt x="23" y="94"/>
                      <a:pt x="23" y="94"/>
                      <a:pt x="23" y="94"/>
                    </a:cubicBezTo>
                    <a:lnTo>
                      <a:pt x="17" y="8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2" name="Google Shape;352;p21"/>
              <p:cNvSpPr/>
              <p:nvPr/>
            </p:nvSpPr>
            <p:spPr>
              <a:xfrm>
                <a:off x="2039938" y="4264025"/>
                <a:ext cx="150812" cy="100013"/>
              </a:xfrm>
              <a:custGeom>
                <a:rect b="b" l="l" r="r" t="t"/>
                <a:pathLst>
                  <a:path extrusionOk="0" h="63" w="94">
                    <a:moveTo>
                      <a:pt x="61" y="30"/>
                    </a:moveTo>
                    <a:cubicBezTo>
                      <a:pt x="53" y="26"/>
                      <a:pt x="46" y="23"/>
                      <a:pt x="41" y="22"/>
                    </a:cubicBezTo>
                    <a:cubicBezTo>
                      <a:pt x="41" y="2"/>
                      <a:pt x="41" y="2"/>
                      <a:pt x="41" y="2"/>
                    </a:cubicBezTo>
                    <a:cubicBezTo>
                      <a:pt x="52" y="3"/>
                      <a:pt x="67" y="9"/>
                      <a:pt x="84" y="22"/>
                    </a:cubicBezTo>
                    <a:cubicBezTo>
                      <a:pt x="94" y="29"/>
                      <a:pt x="94" y="29"/>
                      <a:pt x="94" y="29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68" y="52"/>
                      <a:pt x="53" y="59"/>
                      <a:pt x="41" y="61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46" y="39"/>
                      <a:pt x="53" y="36"/>
                      <a:pt x="61" y="30"/>
                    </a:cubicBezTo>
                    <a:close/>
                    <a:moveTo>
                      <a:pt x="41" y="22"/>
                    </a:moveTo>
                    <a:cubicBezTo>
                      <a:pt x="35" y="20"/>
                      <a:pt x="31" y="21"/>
                      <a:pt x="27" y="22"/>
                    </a:cubicBezTo>
                    <a:cubicBezTo>
                      <a:pt x="22" y="24"/>
                      <a:pt x="20" y="28"/>
                      <a:pt x="20" y="32"/>
                    </a:cubicBezTo>
                    <a:cubicBezTo>
                      <a:pt x="20" y="37"/>
                      <a:pt x="22" y="41"/>
                      <a:pt x="27" y="42"/>
                    </a:cubicBezTo>
                    <a:cubicBezTo>
                      <a:pt x="31" y="43"/>
                      <a:pt x="35" y="43"/>
                      <a:pt x="41" y="41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34" y="63"/>
                      <a:pt x="27" y="62"/>
                      <a:pt x="22" y="61"/>
                    </a:cubicBezTo>
                    <a:cubicBezTo>
                      <a:pt x="8" y="57"/>
                      <a:pt x="0" y="45"/>
                      <a:pt x="0" y="33"/>
                    </a:cubicBezTo>
                    <a:cubicBezTo>
                      <a:pt x="0" y="21"/>
                      <a:pt x="6" y="8"/>
                      <a:pt x="20" y="3"/>
                    </a:cubicBezTo>
                    <a:cubicBezTo>
                      <a:pt x="26" y="1"/>
                      <a:pt x="33" y="0"/>
                      <a:pt x="41" y="2"/>
                    </a:cubicBezTo>
                    <a:lnTo>
                      <a:pt x="41" y="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2144713" y="4314825"/>
                <a:ext cx="41275" cy="127000"/>
              </a:xfrm>
              <a:custGeom>
                <a:rect b="b" l="l" r="r" t="t"/>
                <a:pathLst>
                  <a:path extrusionOk="0" h="80" w="26">
                    <a:moveTo>
                      <a:pt x="26" y="1"/>
                    </a:moveTo>
                    <a:lnTo>
                      <a:pt x="20" y="80"/>
                    </a:lnTo>
                    <a:lnTo>
                      <a:pt x="12" y="70"/>
                    </a:lnTo>
                    <a:lnTo>
                      <a:pt x="0" y="79"/>
                    </a:lnTo>
                    <a:lnTo>
                      <a:pt x="6" y="0"/>
                    </a:lnTo>
                    <a:lnTo>
                      <a:pt x="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2168525" y="4298950"/>
                <a:ext cx="125412" cy="39688"/>
              </a:xfrm>
              <a:custGeom>
                <a:rect b="b" l="l" r="r" t="t"/>
                <a:pathLst>
                  <a:path extrusionOk="0" h="25" w="79">
                    <a:moveTo>
                      <a:pt x="0" y="20"/>
                    </a:moveTo>
                    <a:lnTo>
                      <a:pt x="78" y="25"/>
                    </a:lnTo>
                    <a:lnTo>
                      <a:pt x="69" y="15"/>
                    </a:lnTo>
                    <a:lnTo>
                      <a:pt x="79" y="6"/>
                    </a:lnTo>
                    <a:lnTo>
                      <a:pt x="1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55" name="Google Shape;355;p21"/>
          <p:cNvGrpSpPr/>
          <p:nvPr/>
        </p:nvGrpSpPr>
        <p:grpSpPr>
          <a:xfrm>
            <a:off x="893763" y="5332413"/>
            <a:ext cx="1890712" cy="1303338"/>
            <a:chOff x="893763" y="5332413"/>
            <a:chExt cx="1890712" cy="1303338"/>
          </a:xfrm>
        </p:grpSpPr>
        <p:sp>
          <p:nvSpPr>
            <p:cNvPr id="356" name="Google Shape;356;p21"/>
            <p:cNvSpPr/>
            <p:nvPr/>
          </p:nvSpPr>
          <p:spPr>
            <a:xfrm>
              <a:off x="1111250" y="5332413"/>
              <a:ext cx="1455737" cy="1036638"/>
            </a:xfrm>
            <a:custGeom>
              <a:rect b="b" l="l" r="r" t="t"/>
              <a:pathLst>
                <a:path extrusionOk="0" h="646" w="908">
                  <a:moveTo>
                    <a:pt x="65" y="646"/>
                  </a:moveTo>
                  <a:cubicBezTo>
                    <a:pt x="843" y="646"/>
                    <a:pt x="843" y="646"/>
                    <a:pt x="843" y="646"/>
                  </a:cubicBezTo>
                  <a:cubicBezTo>
                    <a:pt x="878" y="646"/>
                    <a:pt x="908" y="617"/>
                    <a:pt x="908" y="581"/>
                  </a:cubicBezTo>
                  <a:cubicBezTo>
                    <a:pt x="908" y="65"/>
                    <a:pt x="908" y="65"/>
                    <a:pt x="908" y="65"/>
                  </a:cubicBezTo>
                  <a:cubicBezTo>
                    <a:pt x="908" y="29"/>
                    <a:pt x="878" y="0"/>
                    <a:pt x="843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30" y="0"/>
                    <a:pt x="0" y="29"/>
                    <a:pt x="0" y="65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0" y="617"/>
                    <a:pt x="30" y="646"/>
                    <a:pt x="65" y="646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1111250" y="5372100"/>
              <a:ext cx="1455737" cy="996950"/>
            </a:xfrm>
            <a:custGeom>
              <a:rect b="b" l="l" r="r" t="t"/>
              <a:pathLst>
                <a:path extrusionOk="0" h="621" w="908">
                  <a:moveTo>
                    <a:pt x="63" y="621"/>
                  </a:moveTo>
                  <a:cubicBezTo>
                    <a:pt x="845" y="621"/>
                    <a:pt x="845" y="621"/>
                    <a:pt x="845" y="621"/>
                  </a:cubicBezTo>
                  <a:cubicBezTo>
                    <a:pt x="879" y="621"/>
                    <a:pt x="908" y="593"/>
                    <a:pt x="908" y="558"/>
                  </a:cubicBezTo>
                  <a:cubicBezTo>
                    <a:pt x="908" y="63"/>
                    <a:pt x="908" y="63"/>
                    <a:pt x="908" y="63"/>
                  </a:cubicBezTo>
                  <a:cubicBezTo>
                    <a:pt x="908" y="28"/>
                    <a:pt x="879" y="0"/>
                    <a:pt x="84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9" y="0"/>
                    <a:pt x="0" y="28"/>
                    <a:pt x="0" y="63"/>
                  </a:cubicBezTo>
                  <a:cubicBezTo>
                    <a:pt x="0" y="558"/>
                    <a:pt x="0" y="558"/>
                    <a:pt x="0" y="558"/>
                  </a:cubicBezTo>
                  <a:cubicBezTo>
                    <a:pt x="0" y="593"/>
                    <a:pt x="29" y="621"/>
                    <a:pt x="63" y="621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893763" y="6565900"/>
              <a:ext cx="1890712" cy="69850"/>
            </a:xfrm>
            <a:custGeom>
              <a:rect b="b" l="l" r="r" t="t"/>
              <a:pathLst>
                <a:path extrusionOk="0" h="43" w="1180">
                  <a:moveTo>
                    <a:pt x="21" y="43"/>
                  </a:moveTo>
                  <a:cubicBezTo>
                    <a:pt x="1159" y="43"/>
                    <a:pt x="1159" y="43"/>
                    <a:pt x="1159" y="43"/>
                  </a:cubicBezTo>
                  <a:cubicBezTo>
                    <a:pt x="1171" y="43"/>
                    <a:pt x="1180" y="34"/>
                    <a:pt x="1180" y="22"/>
                  </a:cubicBezTo>
                  <a:cubicBezTo>
                    <a:pt x="1180" y="22"/>
                    <a:pt x="1180" y="22"/>
                    <a:pt x="1180" y="22"/>
                  </a:cubicBezTo>
                  <a:cubicBezTo>
                    <a:pt x="1180" y="9"/>
                    <a:pt x="1171" y="0"/>
                    <a:pt x="1159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4"/>
                    <a:pt x="9" y="43"/>
                    <a:pt x="21" y="4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1636713" y="6069013"/>
              <a:ext cx="403225" cy="566738"/>
            </a:xfrm>
            <a:custGeom>
              <a:rect b="b" l="l" r="r" t="t"/>
              <a:pathLst>
                <a:path extrusionOk="0" h="353" w="251">
                  <a:moveTo>
                    <a:pt x="29" y="353"/>
                  </a:moveTo>
                  <a:cubicBezTo>
                    <a:pt x="223" y="353"/>
                    <a:pt x="223" y="353"/>
                    <a:pt x="223" y="353"/>
                  </a:cubicBezTo>
                  <a:cubicBezTo>
                    <a:pt x="237" y="353"/>
                    <a:pt x="251" y="345"/>
                    <a:pt x="248" y="323"/>
                  </a:cubicBezTo>
                  <a:cubicBezTo>
                    <a:pt x="199" y="20"/>
                    <a:pt x="199" y="20"/>
                    <a:pt x="199" y="20"/>
                  </a:cubicBezTo>
                  <a:cubicBezTo>
                    <a:pt x="196" y="0"/>
                    <a:pt x="197" y="1"/>
                    <a:pt x="184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57" y="1"/>
                    <a:pt x="56" y="0"/>
                    <a:pt x="53" y="20"/>
                  </a:cubicBezTo>
                  <a:cubicBezTo>
                    <a:pt x="4" y="323"/>
                    <a:pt x="4" y="323"/>
                    <a:pt x="4" y="323"/>
                  </a:cubicBezTo>
                  <a:cubicBezTo>
                    <a:pt x="0" y="346"/>
                    <a:pt x="15" y="353"/>
                    <a:pt x="29" y="3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1657350" y="5552489"/>
              <a:ext cx="358774" cy="36094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1" name="Google Shape;361;p21"/>
          <p:cNvGrpSpPr/>
          <p:nvPr/>
        </p:nvGrpSpPr>
        <p:grpSpPr>
          <a:xfrm>
            <a:off x="3786188" y="5332413"/>
            <a:ext cx="1893887" cy="1303338"/>
            <a:chOff x="3786188" y="5332413"/>
            <a:chExt cx="1893887" cy="1303338"/>
          </a:xfrm>
        </p:grpSpPr>
        <p:sp>
          <p:nvSpPr>
            <p:cNvPr id="362" name="Google Shape;362;p21"/>
            <p:cNvSpPr/>
            <p:nvPr/>
          </p:nvSpPr>
          <p:spPr>
            <a:xfrm>
              <a:off x="4005263" y="5332413"/>
              <a:ext cx="1454150" cy="1036638"/>
            </a:xfrm>
            <a:custGeom>
              <a:rect b="b" l="l" r="r" t="t"/>
              <a:pathLst>
                <a:path extrusionOk="0" h="646" w="907">
                  <a:moveTo>
                    <a:pt x="65" y="646"/>
                  </a:moveTo>
                  <a:cubicBezTo>
                    <a:pt x="842" y="646"/>
                    <a:pt x="842" y="646"/>
                    <a:pt x="842" y="646"/>
                  </a:cubicBezTo>
                  <a:cubicBezTo>
                    <a:pt x="878" y="646"/>
                    <a:pt x="907" y="617"/>
                    <a:pt x="907" y="581"/>
                  </a:cubicBezTo>
                  <a:cubicBezTo>
                    <a:pt x="907" y="65"/>
                    <a:pt x="907" y="65"/>
                    <a:pt x="907" y="65"/>
                  </a:cubicBezTo>
                  <a:cubicBezTo>
                    <a:pt x="907" y="29"/>
                    <a:pt x="878" y="0"/>
                    <a:pt x="842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30" y="0"/>
                    <a:pt x="0" y="29"/>
                    <a:pt x="0" y="65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0" y="617"/>
                    <a:pt x="30" y="646"/>
                    <a:pt x="65" y="646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4005263" y="5372100"/>
              <a:ext cx="1454150" cy="996950"/>
            </a:xfrm>
            <a:custGeom>
              <a:rect b="b" l="l" r="r" t="t"/>
              <a:pathLst>
                <a:path extrusionOk="0" h="621" w="907">
                  <a:moveTo>
                    <a:pt x="63" y="621"/>
                  </a:moveTo>
                  <a:cubicBezTo>
                    <a:pt x="845" y="621"/>
                    <a:pt x="845" y="621"/>
                    <a:pt x="845" y="621"/>
                  </a:cubicBezTo>
                  <a:cubicBezTo>
                    <a:pt x="879" y="621"/>
                    <a:pt x="907" y="593"/>
                    <a:pt x="907" y="558"/>
                  </a:cubicBezTo>
                  <a:cubicBezTo>
                    <a:pt x="907" y="63"/>
                    <a:pt x="907" y="63"/>
                    <a:pt x="907" y="63"/>
                  </a:cubicBezTo>
                  <a:cubicBezTo>
                    <a:pt x="907" y="28"/>
                    <a:pt x="879" y="0"/>
                    <a:pt x="84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3"/>
                  </a:cubicBezTo>
                  <a:cubicBezTo>
                    <a:pt x="0" y="558"/>
                    <a:pt x="0" y="558"/>
                    <a:pt x="0" y="558"/>
                  </a:cubicBezTo>
                  <a:cubicBezTo>
                    <a:pt x="0" y="593"/>
                    <a:pt x="28" y="621"/>
                    <a:pt x="63" y="621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3786188" y="6565900"/>
              <a:ext cx="1893887" cy="69850"/>
            </a:xfrm>
            <a:custGeom>
              <a:rect b="b" l="l" r="r" t="t"/>
              <a:pathLst>
                <a:path extrusionOk="0" h="43" w="1181">
                  <a:moveTo>
                    <a:pt x="22" y="43"/>
                  </a:moveTo>
                  <a:cubicBezTo>
                    <a:pt x="1159" y="43"/>
                    <a:pt x="1159" y="43"/>
                    <a:pt x="1159" y="43"/>
                  </a:cubicBezTo>
                  <a:cubicBezTo>
                    <a:pt x="1171" y="43"/>
                    <a:pt x="1181" y="34"/>
                    <a:pt x="1181" y="22"/>
                  </a:cubicBezTo>
                  <a:cubicBezTo>
                    <a:pt x="1181" y="22"/>
                    <a:pt x="1181" y="22"/>
                    <a:pt x="1181" y="22"/>
                  </a:cubicBezTo>
                  <a:cubicBezTo>
                    <a:pt x="1181" y="9"/>
                    <a:pt x="1171" y="0"/>
                    <a:pt x="115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9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4"/>
                    <a:pt x="10" y="43"/>
                    <a:pt x="22" y="4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4530725" y="6069013"/>
              <a:ext cx="403225" cy="566738"/>
            </a:xfrm>
            <a:custGeom>
              <a:rect b="b" l="l" r="r" t="t"/>
              <a:pathLst>
                <a:path extrusionOk="0" h="353" w="251">
                  <a:moveTo>
                    <a:pt x="28" y="353"/>
                  </a:moveTo>
                  <a:cubicBezTo>
                    <a:pt x="223" y="353"/>
                    <a:pt x="223" y="353"/>
                    <a:pt x="223" y="353"/>
                  </a:cubicBezTo>
                  <a:cubicBezTo>
                    <a:pt x="237" y="353"/>
                    <a:pt x="251" y="345"/>
                    <a:pt x="248" y="323"/>
                  </a:cubicBezTo>
                  <a:cubicBezTo>
                    <a:pt x="199" y="20"/>
                    <a:pt x="199" y="20"/>
                    <a:pt x="199" y="20"/>
                  </a:cubicBezTo>
                  <a:cubicBezTo>
                    <a:pt x="195" y="0"/>
                    <a:pt x="197" y="1"/>
                    <a:pt x="184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56" y="1"/>
                    <a:pt x="56" y="0"/>
                    <a:pt x="53" y="20"/>
                  </a:cubicBezTo>
                  <a:cubicBezTo>
                    <a:pt x="4" y="323"/>
                    <a:pt x="4" y="323"/>
                    <a:pt x="4" y="323"/>
                  </a:cubicBezTo>
                  <a:cubicBezTo>
                    <a:pt x="0" y="346"/>
                    <a:pt x="15" y="353"/>
                    <a:pt x="28" y="3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4600575" y="5629275"/>
              <a:ext cx="265112" cy="263525"/>
            </a:xfrm>
            <a:prstGeom prst="ellipse">
              <a:avLst/>
            </a:prstGeom>
            <a:solidFill>
              <a:srgbClr val="CD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680200" y="5332413"/>
            <a:ext cx="1893887" cy="1303338"/>
            <a:chOff x="6680200" y="5332413"/>
            <a:chExt cx="1893887" cy="1303338"/>
          </a:xfrm>
        </p:grpSpPr>
        <p:sp>
          <p:nvSpPr>
            <p:cNvPr id="368" name="Google Shape;368;p21"/>
            <p:cNvSpPr/>
            <p:nvPr/>
          </p:nvSpPr>
          <p:spPr>
            <a:xfrm>
              <a:off x="6899275" y="5332413"/>
              <a:ext cx="1454150" cy="1036638"/>
            </a:xfrm>
            <a:custGeom>
              <a:rect b="b" l="l" r="r" t="t"/>
              <a:pathLst>
                <a:path extrusionOk="0" h="646" w="907">
                  <a:moveTo>
                    <a:pt x="65" y="646"/>
                  </a:moveTo>
                  <a:cubicBezTo>
                    <a:pt x="842" y="646"/>
                    <a:pt x="842" y="646"/>
                    <a:pt x="842" y="646"/>
                  </a:cubicBezTo>
                  <a:cubicBezTo>
                    <a:pt x="878" y="646"/>
                    <a:pt x="907" y="617"/>
                    <a:pt x="907" y="581"/>
                  </a:cubicBezTo>
                  <a:cubicBezTo>
                    <a:pt x="907" y="65"/>
                    <a:pt x="907" y="65"/>
                    <a:pt x="907" y="65"/>
                  </a:cubicBezTo>
                  <a:cubicBezTo>
                    <a:pt x="907" y="29"/>
                    <a:pt x="878" y="0"/>
                    <a:pt x="842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29" y="0"/>
                    <a:pt x="0" y="29"/>
                    <a:pt x="0" y="65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0" y="617"/>
                    <a:pt x="29" y="646"/>
                    <a:pt x="65" y="646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6899275" y="5372100"/>
              <a:ext cx="1454150" cy="996950"/>
            </a:xfrm>
            <a:custGeom>
              <a:rect b="b" l="l" r="r" t="t"/>
              <a:pathLst>
                <a:path extrusionOk="0" h="621" w="907">
                  <a:moveTo>
                    <a:pt x="63" y="621"/>
                  </a:moveTo>
                  <a:cubicBezTo>
                    <a:pt x="845" y="621"/>
                    <a:pt x="845" y="621"/>
                    <a:pt x="845" y="621"/>
                  </a:cubicBezTo>
                  <a:cubicBezTo>
                    <a:pt x="879" y="621"/>
                    <a:pt x="907" y="593"/>
                    <a:pt x="907" y="558"/>
                  </a:cubicBezTo>
                  <a:cubicBezTo>
                    <a:pt x="907" y="63"/>
                    <a:pt x="907" y="63"/>
                    <a:pt x="907" y="63"/>
                  </a:cubicBezTo>
                  <a:cubicBezTo>
                    <a:pt x="907" y="28"/>
                    <a:pt x="879" y="0"/>
                    <a:pt x="84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3"/>
                  </a:cubicBezTo>
                  <a:cubicBezTo>
                    <a:pt x="0" y="558"/>
                    <a:pt x="0" y="558"/>
                    <a:pt x="0" y="558"/>
                  </a:cubicBezTo>
                  <a:cubicBezTo>
                    <a:pt x="0" y="593"/>
                    <a:pt x="28" y="621"/>
                    <a:pt x="63" y="621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6680200" y="6565900"/>
              <a:ext cx="1893887" cy="69850"/>
            </a:xfrm>
            <a:custGeom>
              <a:rect b="b" l="l" r="r" t="t"/>
              <a:pathLst>
                <a:path extrusionOk="0" h="43" w="1181">
                  <a:moveTo>
                    <a:pt x="22" y="43"/>
                  </a:moveTo>
                  <a:cubicBezTo>
                    <a:pt x="1159" y="43"/>
                    <a:pt x="1159" y="43"/>
                    <a:pt x="1159" y="43"/>
                  </a:cubicBezTo>
                  <a:cubicBezTo>
                    <a:pt x="1171" y="43"/>
                    <a:pt x="1181" y="34"/>
                    <a:pt x="1181" y="22"/>
                  </a:cubicBezTo>
                  <a:cubicBezTo>
                    <a:pt x="1181" y="22"/>
                    <a:pt x="1181" y="22"/>
                    <a:pt x="1181" y="22"/>
                  </a:cubicBezTo>
                  <a:cubicBezTo>
                    <a:pt x="1181" y="9"/>
                    <a:pt x="1171" y="0"/>
                    <a:pt x="115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9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4"/>
                    <a:pt x="10" y="43"/>
                    <a:pt x="22" y="4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7426325" y="6069013"/>
              <a:ext cx="401637" cy="566738"/>
            </a:xfrm>
            <a:custGeom>
              <a:rect b="b" l="l" r="r" t="t"/>
              <a:pathLst>
                <a:path extrusionOk="0" h="353" w="251">
                  <a:moveTo>
                    <a:pt x="28" y="353"/>
                  </a:moveTo>
                  <a:cubicBezTo>
                    <a:pt x="223" y="353"/>
                    <a:pt x="223" y="353"/>
                    <a:pt x="223" y="353"/>
                  </a:cubicBezTo>
                  <a:cubicBezTo>
                    <a:pt x="237" y="353"/>
                    <a:pt x="251" y="345"/>
                    <a:pt x="248" y="323"/>
                  </a:cubicBezTo>
                  <a:cubicBezTo>
                    <a:pt x="199" y="20"/>
                    <a:pt x="199" y="20"/>
                    <a:pt x="199" y="20"/>
                  </a:cubicBezTo>
                  <a:cubicBezTo>
                    <a:pt x="195" y="0"/>
                    <a:pt x="197" y="1"/>
                    <a:pt x="184" y="1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56" y="1"/>
                    <a:pt x="56" y="0"/>
                    <a:pt x="53" y="20"/>
                  </a:cubicBezTo>
                  <a:cubicBezTo>
                    <a:pt x="4" y="323"/>
                    <a:pt x="4" y="323"/>
                    <a:pt x="4" y="323"/>
                  </a:cubicBezTo>
                  <a:cubicBezTo>
                    <a:pt x="0" y="346"/>
                    <a:pt x="15" y="353"/>
                    <a:pt x="28" y="3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7494588" y="5629275"/>
              <a:ext cx="265112" cy="263525"/>
            </a:xfrm>
            <a:prstGeom prst="ellipse">
              <a:avLst/>
            </a:prstGeom>
            <a:solidFill>
              <a:srgbClr val="CD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21"/>
          <p:cNvGrpSpPr/>
          <p:nvPr/>
        </p:nvGrpSpPr>
        <p:grpSpPr>
          <a:xfrm>
            <a:off x="9540875" y="5332413"/>
            <a:ext cx="1892300" cy="1303338"/>
            <a:chOff x="9540875" y="5332413"/>
            <a:chExt cx="1892300" cy="1303338"/>
          </a:xfrm>
        </p:grpSpPr>
        <p:sp>
          <p:nvSpPr>
            <p:cNvPr id="374" name="Google Shape;374;p21"/>
            <p:cNvSpPr/>
            <p:nvPr/>
          </p:nvSpPr>
          <p:spPr>
            <a:xfrm>
              <a:off x="9758363" y="5332413"/>
              <a:ext cx="1455737" cy="1036638"/>
            </a:xfrm>
            <a:custGeom>
              <a:rect b="b" l="l" r="r" t="t"/>
              <a:pathLst>
                <a:path extrusionOk="0" h="646" w="908">
                  <a:moveTo>
                    <a:pt x="65" y="646"/>
                  </a:moveTo>
                  <a:cubicBezTo>
                    <a:pt x="843" y="646"/>
                    <a:pt x="843" y="646"/>
                    <a:pt x="843" y="646"/>
                  </a:cubicBezTo>
                  <a:cubicBezTo>
                    <a:pt x="878" y="646"/>
                    <a:pt x="908" y="617"/>
                    <a:pt x="908" y="581"/>
                  </a:cubicBezTo>
                  <a:cubicBezTo>
                    <a:pt x="908" y="65"/>
                    <a:pt x="908" y="65"/>
                    <a:pt x="908" y="65"/>
                  </a:cubicBezTo>
                  <a:cubicBezTo>
                    <a:pt x="908" y="29"/>
                    <a:pt x="878" y="0"/>
                    <a:pt x="843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30" y="0"/>
                    <a:pt x="0" y="29"/>
                    <a:pt x="0" y="65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0" y="617"/>
                    <a:pt x="30" y="646"/>
                    <a:pt x="65" y="646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9758363" y="5372100"/>
              <a:ext cx="1455737" cy="996950"/>
            </a:xfrm>
            <a:custGeom>
              <a:rect b="b" l="l" r="r" t="t"/>
              <a:pathLst>
                <a:path extrusionOk="0" h="621" w="908">
                  <a:moveTo>
                    <a:pt x="63" y="621"/>
                  </a:moveTo>
                  <a:cubicBezTo>
                    <a:pt x="845" y="621"/>
                    <a:pt x="845" y="621"/>
                    <a:pt x="845" y="621"/>
                  </a:cubicBezTo>
                  <a:cubicBezTo>
                    <a:pt x="879" y="621"/>
                    <a:pt x="908" y="593"/>
                    <a:pt x="908" y="558"/>
                  </a:cubicBezTo>
                  <a:cubicBezTo>
                    <a:pt x="908" y="63"/>
                    <a:pt x="908" y="63"/>
                    <a:pt x="908" y="63"/>
                  </a:cubicBezTo>
                  <a:cubicBezTo>
                    <a:pt x="908" y="28"/>
                    <a:pt x="879" y="0"/>
                    <a:pt x="84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9" y="0"/>
                    <a:pt x="0" y="28"/>
                    <a:pt x="0" y="63"/>
                  </a:cubicBezTo>
                  <a:cubicBezTo>
                    <a:pt x="0" y="558"/>
                    <a:pt x="0" y="558"/>
                    <a:pt x="0" y="558"/>
                  </a:cubicBezTo>
                  <a:cubicBezTo>
                    <a:pt x="0" y="593"/>
                    <a:pt x="29" y="621"/>
                    <a:pt x="63" y="621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9540875" y="6565900"/>
              <a:ext cx="1892300" cy="69850"/>
            </a:xfrm>
            <a:custGeom>
              <a:rect b="b" l="l" r="r" t="t"/>
              <a:pathLst>
                <a:path extrusionOk="0" h="43" w="1180">
                  <a:moveTo>
                    <a:pt x="21" y="43"/>
                  </a:moveTo>
                  <a:cubicBezTo>
                    <a:pt x="1159" y="43"/>
                    <a:pt x="1159" y="43"/>
                    <a:pt x="1159" y="43"/>
                  </a:cubicBezTo>
                  <a:cubicBezTo>
                    <a:pt x="1171" y="43"/>
                    <a:pt x="1180" y="34"/>
                    <a:pt x="1180" y="22"/>
                  </a:cubicBezTo>
                  <a:cubicBezTo>
                    <a:pt x="1180" y="22"/>
                    <a:pt x="1180" y="22"/>
                    <a:pt x="1180" y="22"/>
                  </a:cubicBezTo>
                  <a:cubicBezTo>
                    <a:pt x="1180" y="9"/>
                    <a:pt x="1171" y="0"/>
                    <a:pt x="1159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4"/>
                    <a:pt x="9" y="43"/>
                    <a:pt x="21" y="4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10285413" y="6069013"/>
              <a:ext cx="401637" cy="566738"/>
            </a:xfrm>
            <a:custGeom>
              <a:rect b="b" l="l" r="r" t="t"/>
              <a:pathLst>
                <a:path extrusionOk="0" h="353" w="251">
                  <a:moveTo>
                    <a:pt x="29" y="353"/>
                  </a:moveTo>
                  <a:cubicBezTo>
                    <a:pt x="223" y="353"/>
                    <a:pt x="223" y="353"/>
                    <a:pt x="223" y="353"/>
                  </a:cubicBezTo>
                  <a:cubicBezTo>
                    <a:pt x="237" y="353"/>
                    <a:pt x="251" y="345"/>
                    <a:pt x="248" y="323"/>
                  </a:cubicBezTo>
                  <a:cubicBezTo>
                    <a:pt x="199" y="20"/>
                    <a:pt x="199" y="20"/>
                    <a:pt x="199" y="20"/>
                  </a:cubicBezTo>
                  <a:cubicBezTo>
                    <a:pt x="196" y="0"/>
                    <a:pt x="197" y="1"/>
                    <a:pt x="184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57" y="1"/>
                    <a:pt x="56" y="0"/>
                    <a:pt x="53" y="20"/>
                  </a:cubicBezTo>
                  <a:cubicBezTo>
                    <a:pt x="4" y="323"/>
                    <a:pt x="4" y="323"/>
                    <a:pt x="4" y="323"/>
                  </a:cubicBezTo>
                  <a:cubicBezTo>
                    <a:pt x="0" y="346"/>
                    <a:pt x="15" y="353"/>
                    <a:pt x="29" y="3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10355263" y="5629275"/>
              <a:ext cx="263525" cy="263525"/>
            </a:xfrm>
            <a:prstGeom prst="ellipse">
              <a:avLst/>
            </a:prstGeom>
            <a:solidFill>
              <a:srgbClr val="CD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9" name="Google Shape;379;p21"/>
          <p:cNvGrpSpPr/>
          <p:nvPr/>
        </p:nvGrpSpPr>
        <p:grpSpPr>
          <a:xfrm>
            <a:off x="4763" y="6635750"/>
            <a:ext cx="12276137" cy="304800"/>
            <a:chOff x="4763" y="6635750"/>
            <a:chExt cx="12276137" cy="304800"/>
          </a:xfrm>
        </p:grpSpPr>
        <p:sp>
          <p:nvSpPr>
            <p:cNvPr id="380" name="Google Shape;380;p21"/>
            <p:cNvSpPr/>
            <p:nvPr/>
          </p:nvSpPr>
          <p:spPr>
            <a:xfrm>
              <a:off x="4763" y="6635750"/>
              <a:ext cx="12276137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4763" y="6788150"/>
              <a:ext cx="12276137" cy="152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82" name="Google Shape;382;p21"/>
          <p:cNvSpPr/>
          <p:nvPr/>
        </p:nvSpPr>
        <p:spPr>
          <a:xfrm>
            <a:off x="4553111" y="5553258"/>
            <a:ext cx="358774" cy="36094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7446963" y="5540375"/>
            <a:ext cx="358774" cy="36094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10306052" y="5540106"/>
            <a:ext cx="358774" cy="36094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2388225" y="449900"/>
            <a:ext cx="82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Innowacje które ożywiają markę</a:t>
            </a:r>
            <a:endParaRPr sz="36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865743" y="2841152"/>
            <a:ext cx="195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Wykorzystujemy bieżące wydarzenia i trendy, żeby tworzyć treści na czasie.</a:t>
            </a:r>
            <a:endParaRPr sz="1200"/>
          </a:p>
        </p:txBody>
      </p:sp>
      <p:sp>
        <p:nvSpPr>
          <p:cNvPr id="387" name="Google Shape;387;p21"/>
          <p:cNvSpPr txBox="1"/>
          <p:nvPr/>
        </p:nvSpPr>
        <p:spPr>
          <a:xfrm>
            <a:off x="718467" y="2496134"/>
            <a:ext cx="22540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RTM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1521468" y="1762750"/>
            <a:ext cx="648000" cy="648000"/>
          </a:xfrm>
          <a:prstGeom prst="ellipse">
            <a:avLst/>
          </a:prstGeom>
          <a:solidFill>
            <a:schemeClr val="accent2"/>
          </a:solidFill>
          <a:ln cap="flat" cmpd="sng" w="53975">
            <a:solidFill>
              <a:srgbClr val="FFDDE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3565750" y="2841150"/>
            <a:ext cx="225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Dzięki AI tworzymy dynamiczne, przyciągające wzrok animacje, które wyróżniają się w natłoku statycznych treści i zapadają w pamięć na dłużej.</a:t>
            </a:r>
            <a:endParaRPr sz="1000"/>
          </a:p>
        </p:txBody>
      </p:sp>
      <p:sp>
        <p:nvSpPr>
          <p:cNvPr id="390" name="Google Shape;390;p21"/>
          <p:cNvSpPr txBox="1"/>
          <p:nvPr/>
        </p:nvSpPr>
        <p:spPr>
          <a:xfrm>
            <a:off x="3565872" y="2496134"/>
            <a:ext cx="22540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Animacje AI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4368873" y="1762750"/>
            <a:ext cx="648000" cy="648000"/>
          </a:xfrm>
          <a:prstGeom prst="ellipse">
            <a:avLst/>
          </a:prstGeom>
          <a:solidFill>
            <a:schemeClr val="accent3"/>
          </a:solidFill>
          <a:ln cap="flat" cmpd="sng" w="53975">
            <a:solidFill>
              <a:srgbClr val="C5FF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6413275" y="2841150"/>
            <a:ext cx="2253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Projektujemy wartościowe publikacje cyfrowe, które przekazują wiedzę i budują pozytywne skojarzenia z marką.</a:t>
            </a:r>
            <a:endParaRPr sz="1000"/>
          </a:p>
        </p:txBody>
      </p:sp>
      <p:sp>
        <p:nvSpPr>
          <p:cNvPr id="393" name="Google Shape;393;p21"/>
          <p:cNvSpPr txBox="1"/>
          <p:nvPr/>
        </p:nvSpPr>
        <p:spPr>
          <a:xfrm>
            <a:off x="6413277" y="2496134"/>
            <a:ext cx="22540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eBooki</a:t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7216278" y="1762750"/>
            <a:ext cx="648000" cy="648000"/>
          </a:xfrm>
          <a:prstGeom prst="ellipse">
            <a:avLst/>
          </a:prstGeom>
          <a:solidFill>
            <a:schemeClr val="accent2"/>
          </a:solidFill>
          <a:ln cap="flat" cmpd="sng" w="53975">
            <a:solidFill>
              <a:srgbClr val="FFDDE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9260675" y="2841150"/>
            <a:ext cx="226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Wykorzystujemy najpopularniejszy komunikator świata do budowania bezpośrednich relacji z klientami. </a:t>
            </a:r>
            <a:endParaRPr sz="1200"/>
          </a:p>
        </p:txBody>
      </p:sp>
      <p:sp>
        <p:nvSpPr>
          <p:cNvPr id="396" name="Google Shape;396;p21"/>
          <p:cNvSpPr txBox="1"/>
          <p:nvPr/>
        </p:nvSpPr>
        <p:spPr>
          <a:xfrm>
            <a:off x="9260681" y="2496134"/>
            <a:ext cx="22540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WhatsApp</a:t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10063682" y="1762750"/>
            <a:ext cx="648000" cy="648000"/>
          </a:xfrm>
          <a:prstGeom prst="ellipse">
            <a:avLst/>
          </a:prstGeom>
          <a:solidFill>
            <a:schemeClr val="accent3"/>
          </a:solidFill>
          <a:ln cap="flat" cmpd="sng" w="53975">
            <a:solidFill>
              <a:srgbClr val="C5FF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8" name="Google Shape;398;p21"/>
          <p:cNvCxnSpPr/>
          <p:nvPr/>
        </p:nvCxnSpPr>
        <p:spPr>
          <a:xfrm>
            <a:off x="3269171" y="1520190"/>
            <a:ext cx="0" cy="2479993"/>
          </a:xfrm>
          <a:prstGeom prst="straightConnector1">
            <a:avLst/>
          </a:prstGeom>
          <a:noFill/>
          <a:ln cap="rnd" cmpd="sng" w="1270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9" name="Google Shape;399;p21"/>
          <p:cNvCxnSpPr/>
          <p:nvPr/>
        </p:nvCxnSpPr>
        <p:spPr>
          <a:xfrm>
            <a:off x="6116576" y="1440021"/>
            <a:ext cx="0" cy="2479993"/>
          </a:xfrm>
          <a:prstGeom prst="straightConnector1">
            <a:avLst/>
          </a:prstGeom>
          <a:noFill/>
          <a:ln cap="rnd" cmpd="sng" w="1270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0" name="Google Shape;400;p21"/>
          <p:cNvCxnSpPr/>
          <p:nvPr/>
        </p:nvCxnSpPr>
        <p:spPr>
          <a:xfrm>
            <a:off x="8963980" y="1440021"/>
            <a:ext cx="0" cy="2479993"/>
          </a:xfrm>
          <a:prstGeom prst="straightConnector1">
            <a:avLst/>
          </a:prstGeom>
          <a:noFill/>
          <a:ln cap="rnd" cmpd="sng" w="12700">
            <a:solidFill>
              <a:schemeClr val="l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1" name="Google Shape;401;p21"/>
          <p:cNvSpPr/>
          <p:nvPr/>
        </p:nvSpPr>
        <p:spPr>
          <a:xfrm>
            <a:off x="10250404" y="1938174"/>
            <a:ext cx="290966" cy="290966"/>
          </a:xfrm>
          <a:custGeom>
            <a:rect b="b" l="l" r="r" t="t"/>
            <a:pathLst>
              <a:path extrusionOk="0" h="21597" w="21597">
                <a:moveTo>
                  <a:pt x="5673" y="17811"/>
                </a:moveTo>
                <a:lnTo>
                  <a:pt x="6454" y="18268"/>
                </a:lnTo>
                <a:cubicBezTo>
                  <a:pt x="7773" y="19037"/>
                  <a:pt x="9272" y="19440"/>
                  <a:pt x="10799" y="19437"/>
                </a:cubicBezTo>
                <a:cubicBezTo>
                  <a:pt x="15570" y="19437"/>
                  <a:pt x="19437" y="15570"/>
                  <a:pt x="19437" y="10798"/>
                </a:cubicBezTo>
                <a:cubicBezTo>
                  <a:pt x="19437" y="6027"/>
                  <a:pt x="15570" y="2160"/>
                  <a:pt x="10799" y="2160"/>
                </a:cubicBezTo>
                <a:cubicBezTo>
                  <a:pt x="6028" y="2160"/>
                  <a:pt x="2160" y="6027"/>
                  <a:pt x="2160" y="10798"/>
                </a:cubicBezTo>
                <a:cubicBezTo>
                  <a:pt x="2160" y="12349"/>
                  <a:pt x="2567" y="13836"/>
                  <a:pt x="3330" y="15144"/>
                </a:cubicBezTo>
                <a:lnTo>
                  <a:pt x="3786" y="15926"/>
                </a:lnTo>
                <a:lnTo>
                  <a:pt x="3081" y="18518"/>
                </a:lnTo>
                <a:lnTo>
                  <a:pt x="5673" y="17811"/>
                </a:lnTo>
                <a:close/>
                <a:moveTo>
                  <a:pt x="4" y="21597"/>
                </a:moveTo>
                <a:lnTo>
                  <a:pt x="1464" y="16232"/>
                </a:lnTo>
                <a:cubicBezTo>
                  <a:pt x="503" y="14583"/>
                  <a:pt x="-3" y="12708"/>
                  <a:pt x="0" y="10798"/>
                </a:cubicBezTo>
                <a:cubicBezTo>
                  <a:pt x="0" y="4834"/>
                  <a:pt x="4835" y="0"/>
                  <a:pt x="10799" y="0"/>
                </a:cubicBezTo>
                <a:cubicBezTo>
                  <a:pt x="16763" y="0"/>
                  <a:pt x="21597" y="4834"/>
                  <a:pt x="21597" y="10798"/>
                </a:cubicBezTo>
                <a:cubicBezTo>
                  <a:pt x="21597" y="16763"/>
                  <a:pt x="16763" y="21597"/>
                  <a:pt x="10799" y="21597"/>
                </a:cubicBezTo>
                <a:cubicBezTo>
                  <a:pt x="8890" y="21600"/>
                  <a:pt x="7016" y="21095"/>
                  <a:pt x="5367" y="20134"/>
                </a:cubicBezTo>
                <a:lnTo>
                  <a:pt x="4" y="21597"/>
                </a:lnTo>
                <a:close/>
                <a:moveTo>
                  <a:pt x="6901" y="5732"/>
                </a:moveTo>
                <a:cubicBezTo>
                  <a:pt x="7046" y="5721"/>
                  <a:pt x="7192" y="5721"/>
                  <a:pt x="7337" y="5728"/>
                </a:cubicBezTo>
                <a:cubicBezTo>
                  <a:pt x="7395" y="5732"/>
                  <a:pt x="7453" y="5738"/>
                  <a:pt x="7512" y="5745"/>
                </a:cubicBezTo>
                <a:cubicBezTo>
                  <a:pt x="7683" y="5764"/>
                  <a:pt x="7872" y="5869"/>
                  <a:pt x="7936" y="6014"/>
                </a:cubicBezTo>
                <a:cubicBezTo>
                  <a:pt x="8258" y="6744"/>
                  <a:pt x="8571" y="7479"/>
                  <a:pt x="8873" y="8217"/>
                </a:cubicBezTo>
                <a:cubicBezTo>
                  <a:pt x="8940" y="8381"/>
                  <a:pt x="8900" y="8591"/>
                  <a:pt x="8773" y="8796"/>
                </a:cubicBezTo>
                <a:cubicBezTo>
                  <a:pt x="8685" y="8935"/>
                  <a:pt x="8590" y="9069"/>
                  <a:pt x="8489" y="9198"/>
                </a:cubicBezTo>
                <a:cubicBezTo>
                  <a:pt x="8367" y="9355"/>
                  <a:pt x="8104" y="9642"/>
                  <a:pt x="8104" y="9642"/>
                </a:cubicBezTo>
                <a:cubicBezTo>
                  <a:pt x="8104" y="9642"/>
                  <a:pt x="7997" y="9769"/>
                  <a:pt x="8039" y="9928"/>
                </a:cubicBezTo>
                <a:cubicBezTo>
                  <a:pt x="8054" y="9989"/>
                  <a:pt x="8103" y="10076"/>
                  <a:pt x="8149" y="10149"/>
                </a:cubicBezTo>
                <a:lnTo>
                  <a:pt x="8212" y="10252"/>
                </a:lnTo>
                <a:cubicBezTo>
                  <a:pt x="8489" y="10713"/>
                  <a:pt x="8860" y="11181"/>
                  <a:pt x="9314" y="11621"/>
                </a:cubicBezTo>
                <a:cubicBezTo>
                  <a:pt x="9443" y="11747"/>
                  <a:pt x="9570" y="11875"/>
                  <a:pt x="9706" y="11995"/>
                </a:cubicBezTo>
                <a:cubicBezTo>
                  <a:pt x="10211" y="12441"/>
                  <a:pt x="10784" y="12805"/>
                  <a:pt x="11401" y="13075"/>
                </a:cubicBezTo>
                <a:lnTo>
                  <a:pt x="11407" y="13077"/>
                </a:lnTo>
                <a:cubicBezTo>
                  <a:pt x="11498" y="13117"/>
                  <a:pt x="11545" y="13139"/>
                  <a:pt x="11679" y="13196"/>
                </a:cubicBezTo>
                <a:cubicBezTo>
                  <a:pt x="11746" y="13224"/>
                  <a:pt x="11815" y="13249"/>
                  <a:pt x="11885" y="13267"/>
                </a:cubicBezTo>
                <a:cubicBezTo>
                  <a:pt x="12033" y="13305"/>
                  <a:pt x="12190" y="13249"/>
                  <a:pt x="12281" y="13127"/>
                </a:cubicBezTo>
                <a:cubicBezTo>
                  <a:pt x="13063" y="12180"/>
                  <a:pt x="13134" y="12118"/>
                  <a:pt x="13141" y="12118"/>
                </a:cubicBezTo>
                <a:lnTo>
                  <a:pt x="13141" y="12120"/>
                </a:lnTo>
                <a:cubicBezTo>
                  <a:pt x="13251" y="12018"/>
                  <a:pt x="13400" y="11968"/>
                  <a:pt x="13549" y="11983"/>
                </a:cubicBezTo>
                <a:cubicBezTo>
                  <a:pt x="13614" y="11987"/>
                  <a:pt x="13680" y="11999"/>
                  <a:pt x="13740" y="12026"/>
                </a:cubicBezTo>
                <a:cubicBezTo>
                  <a:pt x="14313" y="12289"/>
                  <a:pt x="15252" y="12698"/>
                  <a:pt x="15252" y="12698"/>
                </a:cubicBezTo>
                <a:lnTo>
                  <a:pt x="15880" y="12980"/>
                </a:lnTo>
                <a:cubicBezTo>
                  <a:pt x="15986" y="13030"/>
                  <a:pt x="16082" y="13150"/>
                  <a:pt x="16086" y="13266"/>
                </a:cubicBezTo>
                <a:cubicBezTo>
                  <a:pt x="16090" y="13338"/>
                  <a:pt x="16096" y="13455"/>
                  <a:pt x="16072" y="13669"/>
                </a:cubicBezTo>
                <a:cubicBezTo>
                  <a:pt x="16037" y="13948"/>
                  <a:pt x="15953" y="14284"/>
                  <a:pt x="15868" y="14460"/>
                </a:cubicBezTo>
                <a:cubicBezTo>
                  <a:pt x="15811" y="14580"/>
                  <a:pt x="15734" y="14690"/>
                  <a:pt x="15642" y="14786"/>
                </a:cubicBezTo>
                <a:cubicBezTo>
                  <a:pt x="15533" y="14901"/>
                  <a:pt x="15413" y="15005"/>
                  <a:pt x="15285" y="15097"/>
                </a:cubicBezTo>
                <a:cubicBezTo>
                  <a:pt x="15241" y="15131"/>
                  <a:pt x="15196" y="15163"/>
                  <a:pt x="15150" y="15194"/>
                </a:cubicBezTo>
                <a:cubicBezTo>
                  <a:pt x="15016" y="15280"/>
                  <a:pt x="14878" y="15359"/>
                  <a:pt x="14737" y="15432"/>
                </a:cubicBezTo>
                <a:cubicBezTo>
                  <a:pt x="14459" y="15580"/>
                  <a:pt x="14152" y="15665"/>
                  <a:pt x="13837" y="15681"/>
                </a:cubicBezTo>
                <a:cubicBezTo>
                  <a:pt x="13637" y="15691"/>
                  <a:pt x="13438" y="15706"/>
                  <a:pt x="13237" y="15696"/>
                </a:cubicBezTo>
                <a:cubicBezTo>
                  <a:pt x="13228" y="15696"/>
                  <a:pt x="12623" y="15602"/>
                  <a:pt x="12623" y="15602"/>
                </a:cubicBezTo>
                <a:cubicBezTo>
                  <a:pt x="11088" y="15198"/>
                  <a:pt x="9668" y="14441"/>
                  <a:pt x="8477" y="13392"/>
                </a:cubicBezTo>
                <a:cubicBezTo>
                  <a:pt x="8233" y="13177"/>
                  <a:pt x="8007" y="12946"/>
                  <a:pt x="7776" y="12716"/>
                </a:cubicBezTo>
                <a:cubicBezTo>
                  <a:pt x="6815" y="11761"/>
                  <a:pt x="6089" y="10729"/>
                  <a:pt x="5649" y="9755"/>
                </a:cubicBezTo>
                <a:cubicBezTo>
                  <a:pt x="5423" y="9277"/>
                  <a:pt x="5302" y="8757"/>
                  <a:pt x="5291" y="8228"/>
                </a:cubicBezTo>
                <a:cubicBezTo>
                  <a:pt x="5287" y="7573"/>
                  <a:pt x="5501" y="6934"/>
                  <a:pt x="5900" y="6414"/>
                </a:cubicBezTo>
                <a:cubicBezTo>
                  <a:pt x="5979" y="6313"/>
                  <a:pt x="6054" y="6207"/>
                  <a:pt x="6182" y="6085"/>
                </a:cubicBezTo>
                <a:cubicBezTo>
                  <a:pt x="6319" y="5955"/>
                  <a:pt x="6406" y="5886"/>
                  <a:pt x="6500" y="5839"/>
                </a:cubicBezTo>
                <a:cubicBezTo>
                  <a:pt x="6625" y="5776"/>
                  <a:pt x="6761" y="5739"/>
                  <a:pt x="6900" y="57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403" name="Google Shape;4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1" title="b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813" y="1918695"/>
            <a:ext cx="336125" cy="3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1" title="calenda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3588" y="1888737"/>
            <a:ext cx="403775" cy="39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1" title="eboo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3704" y="1841834"/>
            <a:ext cx="493125" cy="4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"/>
          <p:cNvSpPr/>
          <p:nvPr/>
        </p:nvSpPr>
        <p:spPr>
          <a:xfrm>
            <a:off x="1849" y="6474869"/>
            <a:ext cx="9354577" cy="383160"/>
          </a:xfrm>
          <a:custGeom>
            <a:rect b="b" l="l" r="r" t="t"/>
            <a:pathLst>
              <a:path extrusionOk="0" h="312784" w="7636389">
                <a:moveTo>
                  <a:pt x="3541191" y="0"/>
                </a:moveTo>
                <a:cubicBezTo>
                  <a:pt x="5802906" y="0"/>
                  <a:pt x="7636389" y="70019"/>
                  <a:pt x="7636389" y="156392"/>
                </a:cubicBezTo>
                <a:cubicBezTo>
                  <a:pt x="7636389" y="242765"/>
                  <a:pt x="5802906" y="312784"/>
                  <a:pt x="3541191" y="312784"/>
                </a:cubicBezTo>
                <a:cubicBezTo>
                  <a:pt x="2127619" y="312784"/>
                  <a:pt x="881326" y="285433"/>
                  <a:pt x="145389" y="243833"/>
                </a:cubicBezTo>
                <a:lnTo>
                  <a:pt x="0" y="234693"/>
                </a:lnTo>
                <a:lnTo>
                  <a:pt x="0" y="78091"/>
                </a:lnTo>
                <a:lnTo>
                  <a:pt x="145389" y="68952"/>
                </a:lnTo>
                <a:cubicBezTo>
                  <a:pt x="881326" y="27351"/>
                  <a:pt x="2127619" y="0"/>
                  <a:pt x="35411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798746" y="1321200"/>
            <a:ext cx="7491341" cy="5048888"/>
          </a:xfrm>
          <a:custGeom>
            <a:rect b="b" l="l" r="r" t="t"/>
            <a:pathLst>
              <a:path extrusionOk="0" h="2840" w="4215">
                <a:moveTo>
                  <a:pt x="4215" y="2840"/>
                </a:moveTo>
                <a:cubicBezTo>
                  <a:pt x="4215" y="226"/>
                  <a:pt x="4215" y="226"/>
                  <a:pt x="4215" y="226"/>
                </a:cubicBezTo>
                <a:cubicBezTo>
                  <a:pt x="4215" y="101"/>
                  <a:pt x="4115" y="0"/>
                  <a:pt x="3990" y="0"/>
                </a:cubicBezTo>
                <a:cubicBezTo>
                  <a:pt x="225" y="0"/>
                  <a:pt x="225" y="0"/>
                  <a:pt x="225" y="0"/>
                </a:cubicBezTo>
                <a:cubicBezTo>
                  <a:pt x="101" y="0"/>
                  <a:pt x="0" y="101"/>
                  <a:pt x="0" y="226"/>
                </a:cubicBezTo>
                <a:cubicBezTo>
                  <a:pt x="0" y="2840"/>
                  <a:pt x="0" y="2840"/>
                  <a:pt x="0" y="2840"/>
                </a:cubicBezTo>
                <a:lnTo>
                  <a:pt x="4215" y="284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-8148" y="6406371"/>
            <a:ext cx="9105134" cy="238004"/>
          </a:xfrm>
          <a:custGeom>
            <a:rect b="b" l="l" r="r" t="t"/>
            <a:pathLst>
              <a:path extrusionOk="0" h="134" w="5123">
                <a:moveTo>
                  <a:pt x="5006" y="134"/>
                </a:moveTo>
                <a:cubicBezTo>
                  <a:pt x="117" y="134"/>
                  <a:pt x="117" y="134"/>
                  <a:pt x="117" y="134"/>
                </a:cubicBezTo>
                <a:cubicBezTo>
                  <a:pt x="16" y="134"/>
                  <a:pt x="0" y="0"/>
                  <a:pt x="0" y="0"/>
                </a:cubicBezTo>
                <a:cubicBezTo>
                  <a:pt x="5123" y="0"/>
                  <a:pt x="5123" y="0"/>
                  <a:pt x="5123" y="0"/>
                </a:cubicBezTo>
                <a:cubicBezTo>
                  <a:pt x="5123" y="0"/>
                  <a:pt x="5107" y="134"/>
                  <a:pt x="5006" y="134"/>
                </a:cubicBezTo>
                <a:close/>
              </a:path>
            </a:pathLst>
          </a:custGeom>
          <a:solidFill>
            <a:srgbClr val="BBBDB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-8148" y="6312041"/>
            <a:ext cx="9105000" cy="1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3664963" y="6312041"/>
            <a:ext cx="1758900" cy="768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1090448" y="1699976"/>
            <a:ext cx="6908100" cy="4366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p7"/>
          <p:cNvSpPr txBox="1"/>
          <p:nvPr/>
        </p:nvSpPr>
        <p:spPr>
          <a:xfrm>
            <a:off x="8757722" y="1501082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wyświetleń</a:t>
            </a:r>
            <a:endParaRPr/>
          </a:p>
        </p:txBody>
      </p:sp>
      <p:grpSp>
        <p:nvGrpSpPr>
          <p:cNvPr id="418" name="Google Shape;418;p7"/>
          <p:cNvGrpSpPr/>
          <p:nvPr/>
        </p:nvGrpSpPr>
        <p:grpSpPr>
          <a:xfrm>
            <a:off x="8534936" y="181664"/>
            <a:ext cx="3504944" cy="1135406"/>
            <a:chOff x="6621442" y="2725841"/>
            <a:chExt cx="3504944" cy="1482834"/>
          </a:xfrm>
        </p:grpSpPr>
        <p:sp>
          <p:nvSpPr>
            <p:cNvPr id="419" name="Google Shape;419;p7"/>
            <p:cNvSpPr/>
            <p:nvPr/>
          </p:nvSpPr>
          <p:spPr>
            <a:xfrm>
              <a:off x="6621442" y="2725841"/>
              <a:ext cx="3504944" cy="1482834"/>
            </a:xfrm>
            <a:prstGeom prst="roundRect">
              <a:avLst>
                <a:gd fmla="val 10204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44500" rotWithShape="0" algn="t" dir="3000000" dist="190500">
                <a:schemeClr val="dk1">
                  <a:alpha val="14901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0" name="Google Shape;420;p7"/>
            <p:cNvSpPr txBox="1"/>
            <p:nvPr/>
          </p:nvSpPr>
          <p:spPr>
            <a:xfrm>
              <a:off x="6844228" y="2962024"/>
              <a:ext cx="30594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Wyniki dla bi1 na Facebooku</a:t>
              </a:r>
              <a:endParaRPr b="1"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od stycznia 2025 do lutego 2026</a:t>
              </a:r>
              <a:endParaRPr b="1" sz="1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pic>
        <p:nvPicPr>
          <p:cNvPr id="421" name="Google Shape;42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59" y="1699975"/>
            <a:ext cx="7045562" cy="43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7"/>
          <p:cNvSpPr txBox="1"/>
          <p:nvPr/>
        </p:nvSpPr>
        <p:spPr>
          <a:xfrm>
            <a:off x="8757713" y="214759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1 054 478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7"/>
          <p:cNvSpPr txBox="1"/>
          <p:nvPr/>
        </p:nvSpPr>
        <p:spPr>
          <a:xfrm>
            <a:off x="8757722" y="2680244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zasięg</a:t>
            </a:r>
            <a:endParaRPr/>
          </a:p>
        </p:txBody>
      </p:sp>
      <p:sp>
        <p:nvSpPr>
          <p:cNvPr id="424" name="Google Shape;424;p7"/>
          <p:cNvSpPr txBox="1"/>
          <p:nvPr/>
        </p:nvSpPr>
        <p:spPr>
          <a:xfrm>
            <a:off x="8757713" y="307134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310 645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5" name="Google Shape;425;p7"/>
          <p:cNvSpPr txBox="1"/>
          <p:nvPr/>
        </p:nvSpPr>
        <p:spPr>
          <a:xfrm>
            <a:off x="8816522" y="3678682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interakcji</a:t>
            </a:r>
            <a:endParaRPr/>
          </a:p>
        </p:txBody>
      </p:sp>
      <p:sp>
        <p:nvSpPr>
          <p:cNvPr id="426" name="Google Shape;426;p7"/>
          <p:cNvSpPr txBox="1"/>
          <p:nvPr/>
        </p:nvSpPr>
        <p:spPr>
          <a:xfrm>
            <a:off x="8816513" y="4049632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2482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p7"/>
          <p:cNvSpPr txBox="1"/>
          <p:nvPr/>
        </p:nvSpPr>
        <p:spPr>
          <a:xfrm>
            <a:off x="8816522" y="4614907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przyrost obserwujących</a:t>
            </a:r>
            <a:endParaRPr/>
          </a:p>
        </p:txBody>
      </p:sp>
      <p:sp>
        <p:nvSpPr>
          <p:cNvPr id="428" name="Google Shape;428;p7"/>
          <p:cNvSpPr txBox="1"/>
          <p:nvPr/>
        </p:nvSpPr>
        <p:spPr>
          <a:xfrm>
            <a:off x="8816513" y="5303469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490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430" name="Google Shape;43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157f628d6_0_498"/>
          <p:cNvSpPr/>
          <p:nvPr/>
        </p:nvSpPr>
        <p:spPr>
          <a:xfrm>
            <a:off x="1849" y="6474869"/>
            <a:ext cx="9354577" cy="383160"/>
          </a:xfrm>
          <a:custGeom>
            <a:rect b="b" l="l" r="r" t="t"/>
            <a:pathLst>
              <a:path extrusionOk="0" h="312784" w="7636389">
                <a:moveTo>
                  <a:pt x="3541191" y="0"/>
                </a:moveTo>
                <a:cubicBezTo>
                  <a:pt x="5802906" y="0"/>
                  <a:pt x="7636389" y="70019"/>
                  <a:pt x="7636389" y="156392"/>
                </a:cubicBezTo>
                <a:cubicBezTo>
                  <a:pt x="7636389" y="242765"/>
                  <a:pt x="5802906" y="312784"/>
                  <a:pt x="3541191" y="312784"/>
                </a:cubicBezTo>
                <a:cubicBezTo>
                  <a:pt x="2127619" y="312784"/>
                  <a:pt x="881326" y="285433"/>
                  <a:pt x="145389" y="243833"/>
                </a:cubicBezTo>
                <a:lnTo>
                  <a:pt x="0" y="234693"/>
                </a:lnTo>
                <a:lnTo>
                  <a:pt x="0" y="78091"/>
                </a:lnTo>
                <a:lnTo>
                  <a:pt x="145389" y="68952"/>
                </a:lnTo>
                <a:cubicBezTo>
                  <a:pt x="881326" y="27351"/>
                  <a:pt x="2127619" y="0"/>
                  <a:pt x="35411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g3d157f628d6_0_498"/>
          <p:cNvSpPr/>
          <p:nvPr/>
        </p:nvSpPr>
        <p:spPr>
          <a:xfrm>
            <a:off x="798746" y="1321200"/>
            <a:ext cx="7491341" cy="5048888"/>
          </a:xfrm>
          <a:custGeom>
            <a:rect b="b" l="l" r="r" t="t"/>
            <a:pathLst>
              <a:path extrusionOk="0" h="2840" w="4215">
                <a:moveTo>
                  <a:pt x="4215" y="2840"/>
                </a:moveTo>
                <a:cubicBezTo>
                  <a:pt x="4215" y="226"/>
                  <a:pt x="4215" y="226"/>
                  <a:pt x="4215" y="226"/>
                </a:cubicBezTo>
                <a:cubicBezTo>
                  <a:pt x="4215" y="101"/>
                  <a:pt x="4115" y="0"/>
                  <a:pt x="3990" y="0"/>
                </a:cubicBezTo>
                <a:cubicBezTo>
                  <a:pt x="225" y="0"/>
                  <a:pt x="225" y="0"/>
                  <a:pt x="225" y="0"/>
                </a:cubicBezTo>
                <a:cubicBezTo>
                  <a:pt x="101" y="0"/>
                  <a:pt x="0" y="101"/>
                  <a:pt x="0" y="226"/>
                </a:cubicBezTo>
                <a:cubicBezTo>
                  <a:pt x="0" y="2840"/>
                  <a:pt x="0" y="2840"/>
                  <a:pt x="0" y="2840"/>
                </a:cubicBezTo>
                <a:lnTo>
                  <a:pt x="4215" y="284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g3d157f628d6_0_498"/>
          <p:cNvSpPr/>
          <p:nvPr/>
        </p:nvSpPr>
        <p:spPr>
          <a:xfrm>
            <a:off x="-8148" y="6406371"/>
            <a:ext cx="9105134" cy="238004"/>
          </a:xfrm>
          <a:custGeom>
            <a:rect b="b" l="l" r="r" t="t"/>
            <a:pathLst>
              <a:path extrusionOk="0" h="134" w="5123">
                <a:moveTo>
                  <a:pt x="5006" y="134"/>
                </a:moveTo>
                <a:cubicBezTo>
                  <a:pt x="117" y="134"/>
                  <a:pt x="117" y="134"/>
                  <a:pt x="117" y="134"/>
                </a:cubicBezTo>
                <a:cubicBezTo>
                  <a:pt x="16" y="134"/>
                  <a:pt x="0" y="0"/>
                  <a:pt x="0" y="0"/>
                </a:cubicBezTo>
                <a:cubicBezTo>
                  <a:pt x="5123" y="0"/>
                  <a:pt x="5123" y="0"/>
                  <a:pt x="5123" y="0"/>
                </a:cubicBezTo>
                <a:cubicBezTo>
                  <a:pt x="5123" y="0"/>
                  <a:pt x="5107" y="134"/>
                  <a:pt x="5006" y="134"/>
                </a:cubicBezTo>
                <a:close/>
              </a:path>
            </a:pathLst>
          </a:custGeom>
          <a:solidFill>
            <a:srgbClr val="BBBDB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g3d157f628d6_0_498"/>
          <p:cNvSpPr/>
          <p:nvPr/>
        </p:nvSpPr>
        <p:spPr>
          <a:xfrm>
            <a:off x="-8148" y="6312041"/>
            <a:ext cx="9105000" cy="1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9" name="Google Shape;439;g3d157f628d6_0_498"/>
          <p:cNvSpPr/>
          <p:nvPr/>
        </p:nvSpPr>
        <p:spPr>
          <a:xfrm>
            <a:off x="3664963" y="6312041"/>
            <a:ext cx="1758900" cy="768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0" name="Google Shape;440;g3d157f628d6_0_498"/>
          <p:cNvSpPr/>
          <p:nvPr/>
        </p:nvSpPr>
        <p:spPr>
          <a:xfrm>
            <a:off x="1090448" y="1699976"/>
            <a:ext cx="6908100" cy="4366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" name="Google Shape;441;g3d157f628d6_0_498"/>
          <p:cNvSpPr txBox="1"/>
          <p:nvPr/>
        </p:nvSpPr>
        <p:spPr>
          <a:xfrm>
            <a:off x="8757722" y="1501082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wyświetleń</a:t>
            </a:r>
            <a:endParaRPr/>
          </a:p>
        </p:txBody>
      </p:sp>
      <p:grpSp>
        <p:nvGrpSpPr>
          <p:cNvPr id="442" name="Google Shape;442;g3d157f628d6_0_498"/>
          <p:cNvGrpSpPr/>
          <p:nvPr/>
        </p:nvGrpSpPr>
        <p:grpSpPr>
          <a:xfrm>
            <a:off x="8534936" y="181664"/>
            <a:ext cx="3504900" cy="1135457"/>
            <a:chOff x="6621442" y="2725841"/>
            <a:chExt cx="3504900" cy="1482900"/>
          </a:xfrm>
        </p:grpSpPr>
        <p:sp>
          <p:nvSpPr>
            <p:cNvPr id="443" name="Google Shape;443;g3d157f628d6_0_498"/>
            <p:cNvSpPr/>
            <p:nvPr/>
          </p:nvSpPr>
          <p:spPr>
            <a:xfrm>
              <a:off x="6621442" y="2725841"/>
              <a:ext cx="3504900" cy="1482900"/>
            </a:xfrm>
            <a:prstGeom prst="roundRect">
              <a:avLst>
                <a:gd fmla="val 10204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44500" rotWithShape="0" algn="t" dir="3000000" dist="190500">
                <a:schemeClr val="dk1">
                  <a:alpha val="149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4" name="Google Shape;444;g3d157f628d6_0_498"/>
            <p:cNvSpPr txBox="1"/>
            <p:nvPr/>
          </p:nvSpPr>
          <p:spPr>
            <a:xfrm>
              <a:off x="6844228" y="2962024"/>
              <a:ext cx="30594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Wyniki dla bi1 na Instagramie</a:t>
              </a:r>
              <a:endParaRPr b="1"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od stycznia 2025 do lutego 2026</a:t>
              </a:r>
              <a:endParaRPr b="1" sz="1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pic>
        <p:nvPicPr>
          <p:cNvPr id="445" name="Google Shape;445;g3d157f628d6_0_4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59" y="1699975"/>
            <a:ext cx="7045562" cy="43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d157f628d6_0_498"/>
          <p:cNvSpPr txBox="1"/>
          <p:nvPr/>
        </p:nvSpPr>
        <p:spPr>
          <a:xfrm>
            <a:off x="8757713" y="214759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134 880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g3d157f628d6_0_498"/>
          <p:cNvSpPr txBox="1"/>
          <p:nvPr/>
        </p:nvSpPr>
        <p:spPr>
          <a:xfrm>
            <a:off x="8757722" y="2680244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zasięg</a:t>
            </a:r>
            <a:endParaRPr/>
          </a:p>
        </p:txBody>
      </p:sp>
      <p:sp>
        <p:nvSpPr>
          <p:cNvPr id="448" name="Google Shape;448;g3d157f628d6_0_498"/>
          <p:cNvSpPr txBox="1"/>
          <p:nvPr/>
        </p:nvSpPr>
        <p:spPr>
          <a:xfrm>
            <a:off x="8757713" y="307134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45 480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g3d157f628d6_0_498"/>
          <p:cNvSpPr txBox="1"/>
          <p:nvPr/>
        </p:nvSpPr>
        <p:spPr>
          <a:xfrm>
            <a:off x="8816522" y="3678682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interakcji</a:t>
            </a:r>
            <a:endParaRPr/>
          </a:p>
        </p:txBody>
      </p:sp>
      <p:sp>
        <p:nvSpPr>
          <p:cNvPr id="450" name="Google Shape;450;g3d157f628d6_0_498"/>
          <p:cNvSpPr txBox="1"/>
          <p:nvPr/>
        </p:nvSpPr>
        <p:spPr>
          <a:xfrm>
            <a:off x="8816513" y="4049632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195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g3d157f628d6_0_498"/>
          <p:cNvSpPr txBox="1"/>
          <p:nvPr/>
        </p:nvSpPr>
        <p:spPr>
          <a:xfrm>
            <a:off x="8816522" y="4614907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przyrost obserwujących</a:t>
            </a:r>
            <a:endParaRPr/>
          </a:p>
        </p:txBody>
      </p:sp>
      <p:sp>
        <p:nvSpPr>
          <p:cNvPr id="452" name="Google Shape;452;g3d157f628d6_0_498"/>
          <p:cNvSpPr txBox="1"/>
          <p:nvPr/>
        </p:nvSpPr>
        <p:spPr>
          <a:xfrm>
            <a:off x="8816513" y="5303469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29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3" name="Google Shape;453;g3d157f628d6_0_4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550" y="1699975"/>
            <a:ext cx="7045575" cy="435384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d157f628d6_0_498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455" name="Google Shape;455;g3d157f628d6_0_4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157f628d6_0_521"/>
          <p:cNvSpPr/>
          <p:nvPr/>
        </p:nvSpPr>
        <p:spPr>
          <a:xfrm>
            <a:off x="1849" y="6474869"/>
            <a:ext cx="9354577" cy="383160"/>
          </a:xfrm>
          <a:custGeom>
            <a:rect b="b" l="l" r="r" t="t"/>
            <a:pathLst>
              <a:path extrusionOk="0" h="312784" w="7636389">
                <a:moveTo>
                  <a:pt x="3541191" y="0"/>
                </a:moveTo>
                <a:cubicBezTo>
                  <a:pt x="5802906" y="0"/>
                  <a:pt x="7636389" y="70019"/>
                  <a:pt x="7636389" y="156392"/>
                </a:cubicBezTo>
                <a:cubicBezTo>
                  <a:pt x="7636389" y="242765"/>
                  <a:pt x="5802906" y="312784"/>
                  <a:pt x="3541191" y="312784"/>
                </a:cubicBezTo>
                <a:cubicBezTo>
                  <a:pt x="2127619" y="312784"/>
                  <a:pt x="881326" y="285433"/>
                  <a:pt x="145389" y="243833"/>
                </a:cubicBezTo>
                <a:lnTo>
                  <a:pt x="0" y="234693"/>
                </a:lnTo>
                <a:lnTo>
                  <a:pt x="0" y="78091"/>
                </a:lnTo>
                <a:lnTo>
                  <a:pt x="145389" y="68952"/>
                </a:lnTo>
                <a:cubicBezTo>
                  <a:pt x="881326" y="27351"/>
                  <a:pt x="2127619" y="0"/>
                  <a:pt x="35411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1" name="Google Shape;461;g3d157f628d6_0_521"/>
          <p:cNvSpPr/>
          <p:nvPr/>
        </p:nvSpPr>
        <p:spPr>
          <a:xfrm>
            <a:off x="798746" y="1321200"/>
            <a:ext cx="7491341" cy="5048888"/>
          </a:xfrm>
          <a:custGeom>
            <a:rect b="b" l="l" r="r" t="t"/>
            <a:pathLst>
              <a:path extrusionOk="0" h="2840" w="4215">
                <a:moveTo>
                  <a:pt x="4215" y="2840"/>
                </a:moveTo>
                <a:cubicBezTo>
                  <a:pt x="4215" y="226"/>
                  <a:pt x="4215" y="226"/>
                  <a:pt x="4215" y="226"/>
                </a:cubicBezTo>
                <a:cubicBezTo>
                  <a:pt x="4215" y="101"/>
                  <a:pt x="4115" y="0"/>
                  <a:pt x="3990" y="0"/>
                </a:cubicBezTo>
                <a:cubicBezTo>
                  <a:pt x="225" y="0"/>
                  <a:pt x="225" y="0"/>
                  <a:pt x="225" y="0"/>
                </a:cubicBezTo>
                <a:cubicBezTo>
                  <a:pt x="101" y="0"/>
                  <a:pt x="0" y="101"/>
                  <a:pt x="0" y="226"/>
                </a:cubicBezTo>
                <a:cubicBezTo>
                  <a:pt x="0" y="2840"/>
                  <a:pt x="0" y="2840"/>
                  <a:pt x="0" y="2840"/>
                </a:cubicBezTo>
                <a:lnTo>
                  <a:pt x="4215" y="284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g3d157f628d6_0_521"/>
          <p:cNvSpPr/>
          <p:nvPr/>
        </p:nvSpPr>
        <p:spPr>
          <a:xfrm>
            <a:off x="-8148" y="6406371"/>
            <a:ext cx="9105134" cy="238004"/>
          </a:xfrm>
          <a:custGeom>
            <a:rect b="b" l="l" r="r" t="t"/>
            <a:pathLst>
              <a:path extrusionOk="0" h="134" w="5123">
                <a:moveTo>
                  <a:pt x="5006" y="134"/>
                </a:moveTo>
                <a:cubicBezTo>
                  <a:pt x="117" y="134"/>
                  <a:pt x="117" y="134"/>
                  <a:pt x="117" y="134"/>
                </a:cubicBezTo>
                <a:cubicBezTo>
                  <a:pt x="16" y="134"/>
                  <a:pt x="0" y="0"/>
                  <a:pt x="0" y="0"/>
                </a:cubicBezTo>
                <a:cubicBezTo>
                  <a:pt x="5123" y="0"/>
                  <a:pt x="5123" y="0"/>
                  <a:pt x="5123" y="0"/>
                </a:cubicBezTo>
                <a:cubicBezTo>
                  <a:pt x="5123" y="0"/>
                  <a:pt x="5107" y="134"/>
                  <a:pt x="5006" y="134"/>
                </a:cubicBezTo>
                <a:close/>
              </a:path>
            </a:pathLst>
          </a:custGeom>
          <a:solidFill>
            <a:srgbClr val="BBBDB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g3d157f628d6_0_521"/>
          <p:cNvSpPr/>
          <p:nvPr/>
        </p:nvSpPr>
        <p:spPr>
          <a:xfrm>
            <a:off x="-8148" y="6312041"/>
            <a:ext cx="9105000" cy="1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g3d157f628d6_0_521"/>
          <p:cNvSpPr/>
          <p:nvPr/>
        </p:nvSpPr>
        <p:spPr>
          <a:xfrm>
            <a:off x="3664963" y="6312041"/>
            <a:ext cx="1758900" cy="768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5" name="Google Shape;465;g3d157f628d6_0_521"/>
          <p:cNvSpPr/>
          <p:nvPr/>
        </p:nvSpPr>
        <p:spPr>
          <a:xfrm>
            <a:off x="1090448" y="1699976"/>
            <a:ext cx="6908100" cy="4366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6" name="Google Shape;466;g3d157f628d6_0_521"/>
          <p:cNvSpPr txBox="1"/>
          <p:nvPr/>
        </p:nvSpPr>
        <p:spPr>
          <a:xfrm>
            <a:off x="8757722" y="1501082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wyświetleń</a:t>
            </a:r>
            <a:endParaRPr/>
          </a:p>
        </p:txBody>
      </p:sp>
      <p:grpSp>
        <p:nvGrpSpPr>
          <p:cNvPr id="467" name="Google Shape;467;g3d157f628d6_0_521"/>
          <p:cNvGrpSpPr/>
          <p:nvPr/>
        </p:nvGrpSpPr>
        <p:grpSpPr>
          <a:xfrm>
            <a:off x="8534936" y="181664"/>
            <a:ext cx="3504900" cy="1135457"/>
            <a:chOff x="6621442" y="2725841"/>
            <a:chExt cx="3504900" cy="1482900"/>
          </a:xfrm>
        </p:grpSpPr>
        <p:sp>
          <p:nvSpPr>
            <p:cNvPr id="468" name="Google Shape;468;g3d157f628d6_0_521"/>
            <p:cNvSpPr/>
            <p:nvPr/>
          </p:nvSpPr>
          <p:spPr>
            <a:xfrm>
              <a:off x="6621442" y="2725841"/>
              <a:ext cx="3504900" cy="1482900"/>
            </a:xfrm>
            <a:prstGeom prst="roundRect">
              <a:avLst>
                <a:gd fmla="val 10204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44500" rotWithShape="0" algn="t" dir="3000000" dist="190500">
                <a:schemeClr val="dk1">
                  <a:alpha val="149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9" name="Google Shape;469;g3d157f628d6_0_521"/>
            <p:cNvSpPr txBox="1"/>
            <p:nvPr/>
          </p:nvSpPr>
          <p:spPr>
            <a:xfrm>
              <a:off x="6844228" y="2962024"/>
              <a:ext cx="30594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Wyniki dla bi1 na TikToku</a:t>
              </a:r>
              <a:endParaRPr b="1"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od kwietnia 2025 do lutego 2026</a:t>
              </a:r>
              <a:endParaRPr b="1" sz="1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pic>
        <p:nvPicPr>
          <p:cNvPr id="470" name="Google Shape;470;g3d157f628d6_0_5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59" y="1699975"/>
            <a:ext cx="7045562" cy="43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d157f628d6_0_521"/>
          <p:cNvSpPr txBox="1"/>
          <p:nvPr/>
        </p:nvSpPr>
        <p:spPr>
          <a:xfrm>
            <a:off x="8757713" y="214759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79 727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2" name="Google Shape;472;g3d157f628d6_0_521"/>
          <p:cNvSpPr txBox="1"/>
          <p:nvPr/>
        </p:nvSpPr>
        <p:spPr>
          <a:xfrm>
            <a:off x="8757722" y="2680244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zasięg</a:t>
            </a:r>
            <a:endParaRPr/>
          </a:p>
        </p:txBody>
      </p:sp>
      <p:sp>
        <p:nvSpPr>
          <p:cNvPr id="473" name="Google Shape;473;g3d157f628d6_0_521"/>
          <p:cNvSpPr txBox="1"/>
          <p:nvPr/>
        </p:nvSpPr>
        <p:spPr>
          <a:xfrm>
            <a:off x="8757713" y="307134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47 713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4" name="Google Shape;474;g3d157f628d6_0_521"/>
          <p:cNvSpPr txBox="1"/>
          <p:nvPr/>
        </p:nvSpPr>
        <p:spPr>
          <a:xfrm>
            <a:off x="8816522" y="3678682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interakcji</a:t>
            </a:r>
            <a:endParaRPr/>
          </a:p>
        </p:txBody>
      </p:sp>
      <p:sp>
        <p:nvSpPr>
          <p:cNvPr id="475" name="Google Shape;475;g3d157f628d6_0_521"/>
          <p:cNvSpPr txBox="1"/>
          <p:nvPr/>
        </p:nvSpPr>
        <p:spPr>
          <a:xfrm>
            <a:off x="8816513" y="4049632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696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6" name="Google Shape;476;g3d157f628d6_0_521"/>
          <p:cNvSpPr txBox="1"/>
          <p:nvPr/>
        </p:nvSpPr>
        <p:spPr>
          <a:xfrm>
            <a:off x="8816522" y="4614907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przyrost obserwujących</a:t>
            </a:r>
            <a:endParaRPr/>
          </a:p>
        </p:txBody>
      </p:sp>
      <p:sp>
        <p:nvSpPr>
          <p:cNvPr id="477" name="Google Shape;477;g3d157f628d6_0_521"/>
          <p:cNvSpPr txBox="1"/>
          <p:nvPr/>
        </p:nvSpPr>
        <p:spPr>
          <a:xfrm>
            <a:off x="8816513" y="5303469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65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8" name="Google Shape;478;g3d157f628d6_0_5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550" y="1699975"/>
            <a:ext cx="7045575" cy="4353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d157f628d6_0_5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552" y="1699975"/>
            <a:ext cx="7045574" cy="43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d157f628d6_0_521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481" name="Google Shape;481;g3d157f628d6_0_5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157f628d6_0_544"/>
          <p:cNvSpPr/>
          <p:nvPr/>
        </p:nvSpPr>
        <p:spPr>
          <a:xfrm>
            <a:off x="1849" y="6474869"/>
            <a:ext cx="9354577" cy="383160"/>
          </a:xfrm>
          <a:custGeom>
            <a:rect b="b" l="l" r="r" t="t"/>
            <a:pathLst>
              <a:path extrusionOk="0" h="312784" w="7636389">
                <a:moveTo>
                  <a:pt x="3541191" y="0"/>
                </a:moveTo>
                <a:cubicBezTo>
                  <a:pt x="5802906" y="0"/>
                  <a:pt x="7636389" y="70019"/>
                  <a:pt x="7636389" y="156392"/>
                </a:cubicBezTo>
                <a:cubicBezTo>
                  <a:pt x="7636389" y="242765"/>
                  <a:pt x="5802906" y="312784"/>
                  <a:pt x="3541191" y="312784"/>
                </a:cubicBezTo>
                <a:cubicBezTo>
                  <a:pt x="2127619" y="312784"/>
                  <a:pt x="881326" y="285433"/>
                  <a:pt x="145389" y="243833"/>
                </a:cubicBezTo>
                <a:lnTo>
                  <a:pt x="0" y="234693"/>
                </a:lnTo>
                <a:lnTo>
                  <a:pt x="0" y="78091"/>
                </a:lnTo>
                <a:lnTo>
                  <a:pt x="145389" y="68952"/>
                </a:lnTo>
                <a:cubicBezTo>
                  <a:pt x="881326" y="27351"/>
                  <a:pt x="2127619" y="0"/>
                  <a:pt x="35411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g3d157f628d6_0_544"/>
          <p:cNvSpPr/>
          <p:nvPr/>
        </p:nvSpPr>
        <p:spPr>
          <a:xfrm>
            <a:off x="798746" y="1321200"/>
            <a:ext cx="7491341" cy="5048888"/>
          </a:xfrm>
          <a:custGeom>
            <a:rect b="b" l="l" r="r" t="t"/>
            <a:pathLst>
              <a:path extrusionOk="0" h="2840" w="4215">
                <a:moveTo>
                  <a:pt x="4215" y="2840"/>
                </a:moveTo>
                <a:cubicBezTo>
                  <a:pt x="4215" y="226"/>
                  <a:pt x="4215" y="226"/>
                  <a:pt x="4215" y="226"/>
                </a:cubicBezTo>
                <a:cubicBezTo>
                  <a:pt x="4215" y="101"/>
                  <a:pt x="4115" y="0"/>
                  <a:pt x="3990" y="0"/>
                </a:cubicBezTo>
                <a:cubicBezTo>
                  <a:pt x="225" y="0"/>
                  <a:pt x="225" y="0"/>
                  <a:pt x="225" y="0"/>
                </a:cubicBezTo>
                <a:cubicBezTo>
                  <a:pt x="101" y="0"/>
                  <a:pt x="0" y="101"/>
                  <a:pt x="0" y="226"/>
                </a:cubicBezTo>
                <a:cubicBezTo>
                  <a:pt x="0" y="2840"/>
                  <a:pt x="0" y="2840"/>
                  <a:pt x="0" y="2840"/>
                </a:cubicBezTo>
                <a:lnTo>
                  <a:pt x="4215" y="284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g3d157f628d6_0_544"/>
          <p:cNvSpPr/>
          <p:nvPr/>
        </p:nvSpPr>
        <p:spPr>
          <a:xfrm>
            <a:off x="-8148" y="6406371"/>
            <a:ext cx="9105134" cy="238004"/>
          </a:xfrm>
          <a:custGeom>
            <a:rect b="b" l="l" r="r" t="t"/>
            <a:pathLst>
              <a:path extrusionOk="0" h="134" w="5123">
                <a:moveTo>
                  <a:pt x="5006" y="134"/>
                </a:moveTo>
                <a:cubicBezTo>
                  <a:pt x="117" y="134"/>
                  <a:pt x="117" y="134"/>
                  <a:pt x="117" y="134"/>
                </a:cubicBezTo>
                <a:cubicBezTo>
                  <a:pt x="16" y="134"/>
                  <a:pt x="0" y="0"/>
                  <a:pt x="0" y="0"/>
                </a:cubicBezTo>
                <a:cubicBezTo>
                  <a:pt x="5123" y="0"/>
                  <a:pt x="5123" y="0"/>
                  <a:pt x="5123" y="0"/>
                </a:cubicBezTo>
                <a:cubicBezTo>
                  <a:pt x="5123" y="0"/>
                  <a:pt x="5107" y="134"/>
                  <a:pt x="5006" y="134"/>
                </a:cubicBezTo>
                <a:close/>
              </a:path>
            </a:pathLst>
          </a:custGeom>
          <a:solidFill>
            <a:srgbClr val="BBBDB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g3d157f628d6_0_544"/>
          <p:cNvSpPr/>
          <p:nvPr/>
        </p:nvSpPr>
        <p:spPr>
          <a:xfrm>
            <a:off x="-8148" y="6312041"/>
            <a:ext cx="9105000" cy="1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g3d157f628d6_0_544"/>
          <p:cNvSpPr/>
          <p:nvPr/>
        </p:nvSpPr>
        <p:spPr>
          <a:xfrm>
            <a:off x="3664963" y="6312041"/>
            <a:ext cx="1758900" cy="768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1" name="Google Shape;491;g3d157f628d6_0_544"/>
          <p:cNvSpPr/>
          <p:nvPr/>
        </p:nvSpPr>
        <p:spPr>
          <a:xfrm>
            <a:off x="1090448" y="1699976"/>
            <a:ext cx="6908100" cy="4366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2" name="Google Shape;492;g3d157f628d6_0_544"/>
          <p:cNvSpPr txBox="1"/>
          <p:nvPr/>
        </p:nvSpPr>
        <p:spPr>
          <a:xfrm>
            <a:off x="8757722" y="1501082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wyświetleń</a:t>
            </a:r>
            <a:endParaRPr/>
          </a:p>
        </p:txBody>
      </p:sp>
      <p:grpSp>
        <p:nvGrpSpPr>
          <p:cNvPr id="493" name="Google Shape;493;g3d157f628d6_0_544"/>
          <p:cNvGrpSpPr/>
          <p:nvPr/>
        </p:nvGrpSpPr>
        <p:grpSpPr>
          <a:xfrm>
            <a:off x="8534936" y="181664"/>
            <a:ext cx="3504900" cy="1135457"/>
            <a:chOff x="6621442" y="2725841"/>
            <a:chExt cx="3504900" cy="1482900"/>
          </a:xfrm>
        </p:grpSpPr>
        <p:sp>
          <p:nvSpPr>
            <p:cNvPr id="494" name="Google Shape;494;g3d157f628d6_0_544"/>
            <p:cNvSpPr/>
            <p:nvPr/>
          </p:nvSpPr>
          <p:spPr>
            <a:xfrm>
              <a:off x="6621442" y="2725841"/>
              <a:ext cx="3504900" cy="1482900"/>
            </a:xfrm>
            <a:prstGeom prst="roundRect">
              <a:avLst>
                <a:gd fmla="val 10204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44500" rotWithShape="0" algn="t" dir="3000000" dist="190500">
                <a:schemeClr val="dk1">
                  <a:alpha val="149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5" name="Google Shape;495;g3d157f628d6_0_544"/>
            <p:cNvSpPr txBox="1"/>
            <p:nvPr/>
          </p:nvSpPr>
          <p:spPr>
            <a:xfrm>
              <a:off x="6844228" y="2962024"/>
              <a:ext cx="30594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Wyniki dla Auchan Racibórz na Facebooku</a:t>
              </a:r>
              <a:endParaRPr b="1"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od stycznia 2025 do lutego 2026</a:t>
              </a:r>
              <a:endParaRPr b="1" sz="1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pic>
        <p:nvPicPr>
          <p:cNvPr id="496" name="Google Shape;496;g3d157f628d6_0_5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59" y="1699975"/>
            <a:ext cx="7045562" cy="43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d157f628d6_0_544"/>
          <p:cNvSpPr txBox="1"/>
          <p:nvPr/>
        </p:nvSpPr>
        <p:spPr>
          <a:xfrm>
            <a:off x="8757713" y="214759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168 520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g3d157f628d6_0_544"/>
          <p:cNvSpPr txBox="1"/>
          <p:nvPr/>
        </p:nvSpPr>
        <p:spPr>
          <a:xfrm>
            <a:off x="8757722" y="2680244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zasięg</a:t>
            </a:r>
            <a:endParaRPr/>
          </a:p>
        </p:txBody>
      </p:sp>
      <p:sp>
        <p:nvSpPr>
          <p:cNvPr id="499" name="Google Shape;499;g3d157f628d6_0_544"/>
          <p:cNvSpPr txBox="1"/>
          <p:nvPr/>
        </p:nvSpPr>
        <p:spPr>
          <a:xfrm>
            <a:off x="8757713" y="307134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34 974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0" name="Google Shape;500;g3d157f628d6_0_544"/>
          <p:cNvSpPr txBox="1"/>
          <p:nvPr/>
        </p:nvSpPr>
        <p:spPr>
          <a:xfrm>
            <a:off x="8816522" y="3678682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interakcji</a:t>
            </a:r>
            <a:endParaRPr/>
          </a:p>
        </p:txBody>
      </p:sp>
      <p:sp>
        <p:nvSpPr>
          <p:cNvPr id="501" name="Google Shape;501;g3d157f628d6_0_544"/>
          <p:cNvSpPr txBox="1"/>
          <p:nvPr/>
        </p:nvSpPr>
        <p:spPr>
          <a:xfrm>
            <a:off x="8816513" y="4049632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315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2" name="Google Shape;502;g3d157f628d6_0_544"/>
          <p:cNvSpPr txBox="1"/>
          <p:nvPr/>
        </p:nvSpPr>
        <p:spPr>
          <a:xfrm>
            <a:off x="8816522" y="4614907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przyrost obserwujących</a:t>
            </a:r>
            <a:endParaRPr/>
          </a:p>
        </p:txBody>
      </p:sp>
      <p:sp>
        <p:nvSpPr>
          <p:cNvPr id="503" name="Google Shape;503;g3d157f628d6_0_544"/>
          <p:cNvSpPr txBox="1"/>
          <p:nvPr/>
        </p:nvSpPr>
        <p:spPr>
          <a:xfrm>
            <a:off x="8816513" y="5303469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65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4" name="Google Shape;504;g3d157f628d6_0_5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551" y="1699975"/>
            <a:ext cx="7045574" cy="438424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d157f628d6_0_544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506" name="Google Shape;506;g3d157f628d6_0_5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157f628d6_0_566"/>
          <p:cNvSpPr/>
          <p:nvPr/>
        </p:nvSpPr>
        <p:spPr>
          <a:xfrm>
            <a:off x="1849" y="6474869"/>
            <a:ext cx="9354577" cy="383160"/>
          </a:xfrm>
          <a:custGeom>
            <a:rect b="b" l="l" r="r" t="t"/>
            <a:pathLst>
              <a:path extrusionOk="0" h="312784" w="7636389">
                <a:moveTo>
                  <a:pt x="3541191" y="0"/>
                </a:moveTo>
                <a:cubicBezTo>
                  <a:pt x="5802906" y="0"/>
                  <a:pt x="7636389" y="70019"/>
                  <a:pt x="7636389" y="156392"/>
                </a:cubicBezTo>
                <a:cubicBezTo>
                  <a:pt x="7636389" y="242765"/>
                  <a:pt x="5802906" y="312784"/>
                  <a:pt x="3541191" y="312784"/>
                </a:cubicBezTo>
                <a:cubicBezTo>
                  <a:pt x="2127619" y="312784"/>
                  <a:pt x="881326" y="285433"/>
                  <a:pt x="145389" y="243833"/>
                </a:cubicBezTo>
                <a:lnTo>
                  <a:pt x="0" y="234693"/>
                </a:lnTo>
                <a:lnTo>
                  <a:pt x="0" y="78091"/>
                </a:lnTo>
                <a:lnTo>
                  <a:pt x="145389" y="68952"/>
                </a:lnTo>
                <a:cubicBezTo>
                  <a:pt x="881326" y="27351"/>
                  <a:pt x="2127619" y="0"/>
                  <a:pt x="35411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2" name="Google Shape;512;g3d157f628d6_0_566"/>
          <p:cNvSpPr/>
          <p:nvPr/>
        </p:nvSpPr>
        <p:spPr>
          <a:xfrm>
            <a:off x="798746" y="1321200"/>
            <a:ext cx="7491341" cy="5048888"/>
          </a:xfrm>
          <a:custGeom>
            <a:rect b="b" l="l" r="r" t="t"/>
            <a:pathLst>
              <a:path extrusionOk="0" h="2840" w="4215">
                <a:moveTo>
                  <a:pt x="4215" y="2840"/>
                </a:moveTo>
                <a:cubicBezTo>
                  <a:pt x="4215" y="226"/>
                  <a:pt x="4215" y="226"/>
                  <a:pt x="4215" y="226"/>
                </a:cubicBezTo>
                <a:cubicBezTo>
                  <a:pt x="4215" y="101"/>
                  <a:pt x="4115" y="0"/>
                  <a:pt x="3990" y="0"/>
                </a:cubicBezTo>
                <a:cubicBezTo>
                  <a:pt x="225" y="0"/>
                  <a:pt x="225" y="0"/>
                  <a:pt x="225" y="0"/>
                </a:cubicBezTo>
                <a:cubicBezTo>
                  <a:pt x="101" y="0"/>
                  <a:pt x="0" y="101"/>
                  <a:pt x="0" y="226"/>
                </a:cubicBezTo>
                <a:cubicBezTo>
                  <a:pt x="0" y="2840"/>
                  <a:pt x="0" y="2840"/>
                  <a:pt x="0" y="2840"/>
                </a:cubicBezTo>
                <a:lnTo>
                  <a:pt x="4215" y="284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g3d157f628d6_0_566"/>
          <p:cNvSpPr/>
          <p:nvPr/>
        </p:nvSpPr>
        <p:spPr>
          <a:xfrm>
            <a:off x="-8148" y="6406371"/>
            <a:ext cx="9105134" cy="238004"/>
          </a:xfrm>
          <a:custGeom>
            <a:rect b="b" l="l" r="r" t="t"/>
            <a:pathLst>
              <a:path extrusionOk="0" h="134" w="5123">
                <a:moveTo>
                  <a:pt x="5006" y="134"/>
                </a:moveTo>
                <a:cubicBezTo>
                  <a:pt x="117" y="134"/>
                  <a:pt x="117" y="134"/>
                  <a:pt x="117" y="134"/>
                </a:cubicBezTo>
                <a:cubicBezTo>
                  <a:pt x="16" y="134"/>
                  <a:pt x="0" y="0"/>
                  <a:pt x="0" y="0"/>
                </a:cubicBezTo>
                <a:cubicBezTo>
                  <a:pt x="5123" y="0"/>
                  <a:pt x="5123" y="0"/>
                  <a:pt x="5123" y="0"/>
                </a:cubicBezTo>
                <a:cubicBezTo>
                  <a:pt x="5123" y="0"/>
                  <a:pt x="5107" y="134"/>
                  <a:pt x="5006" y="134"/>
                </a:cubicBezTo>
                <a:close/>
              </a:path>
            </a:pathLst>
          </a:custGeom>
          <a:solidFill>
            <a:srgbClr val="BBBDBF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g3d157f628d6_0_566"/>
          <p:cNvSpPr/>
          <p:nvPr/>
        </p:nvSpPr>
        <p:spPr>
          <a:xfrm>
            <a:off x="-8148" y="6312041"/>
            <a:ext cx="9105000" cy="1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5" name="Google Shape;515;g3d157f628d6_0_566"/>
          <p:cNvSpPr/>
          <p:nvPr/>
        </p:nvSpPr>
        <p:spPr>
          <a:xfrm>
            <a:off x="3664963" y="6312041"/>
            <a:ext cx="1758900" cy="768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" name="Google Shape;516;g3d157f628d6_0_566"/>
          <p:cNvSpPr/>
          <p:nvPr/>
        </p:nvSpPr>
        <p:spPr>
          <a:xfrm>
            <a:off x="1090448" y="1699976"/>
            <a:ext cx="6908100" cy="4366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55975" lIns="111975" spcFirstLastPara="1" rIns="111975" wrap="square" tIns="55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7" name="Google Shape;517;g3d157f628d6_0_566"/>
          <p:cNvSpPr txBox="1"/>
          <p:nvPr/>
        </p:nvSpPr>
        <p:spPr>
          <a:xfrm>
            <a:off x="8757722" y="1501082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wyświetleń</a:t>
            </a:r>
            <a:endParaRPr/>
          </a:p>
        </p:txBody>
      </p:sp>
      <p:grpSp>
        <p:nvGrpSpPr>
          <p:cNvPr id="518" name="Google Shape;518;g3d157f628d6_0_566"/>
          <p:cNvGrpSpPr/>
          <p:nvPr/>
        </p:nvGrpSpPr>
        <p:grpSpPr>
          <a:xfrm>
            <a:off x="8534936" y="181664"/>
            <a:ext cx="3504900" cy="1135457"/>
            <a:chOff x="6621442" y="2725841"/>
            <a:chExt cx="3504900" cy="1482900"/>
          </a:xfrm>
        </p:grpSpPr>
        <p:sp>
          <p:nvSpPr>
            <p:cNvPr id="519" name="Google Shape;519;g3d157f628d6_0_566"/>
            <p:cNvSpPr/>
            <p:nvPr/>
          </p:nvSpPr>
          <p:spPr>
            <a:xfrm>
              <a:off x="6621442" y="2725841"/>
              <a:ext cx="3504900" cy="1482900"/>
            </a:xfrm>
            <a:prstGeom prst="roundRect">
              <a:avLst>
                <a:gd fmla="val 10204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444500" rotWithShape="0" algn="t" dir="3000000" dist="190500">
                <a:schemeClr val="dk1">
                  <a:alpha val="149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0" name="Google Shape;520;g3d157f628d6_0_566"/>
            <p:cNvSpPr txBox="1"/>
            <p:nvPr/>
          </p:nvSpPr>
          <p:spPr>
            <a:xfrm>
              <a:off x="6844228" y="2962024"/>
              <a:ext cx="3059400" cy="96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Wyniki dla Auchan Zielona Góra na Facebooku</a:t>
              </a:r>
              <a:endParaRPr b="1" sz="16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lt1"/>
                  </a:solidFill>
                  <a:latin typeface="Sora SemiBold"/>
                  <a:ea typeface="Sora SemiBold"/>
                  <a:cs typeface="Sora SemiBold"/>
                  <a:sym typeface="Sora SemiBold"/>
                </a:rPr>
                <a:t>od stycznia 2025 do lutego 2026</a:t>
              </a:r>
              <a:endParaRPr b="1" sz="1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endParaRPr>
            </a:p>
          </p:txBody>
        </p:sp>
      </p:grpSp>
      <p:pic>
        <p:nvPicPr>
          <p:cNvPr id="521" name="Google Shape;521;g3d157f628d6_0_5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59" y="1699975"/>
            <a:ext cx="7045562" cy="43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d157f628d6_0_566"/>
          <p:cNvSpPr txBox="1"/>
          <p:nvPr/>
        </p:nvSpPr>
        <p:spPr>
          <a:xfrm>
            <a:off x="8757713" y="214759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157 727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g3d157f628d6_0_566"/>
          <p:cNvSpPr txBox="1"/>
          <p:nvPr/>
        </p:nvSpPr>
        <p:spPr>
          <a:xfrm>
            <a:off x="8757722" y="2680244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zasięg</a:t>
            </a:r>
            <a:endParaRPr/>
          </a:p>
        </p:txBody>
      </p:sp>
      <p:sp>
        <p:nvSpPr>
          <p:cNvPr id="524" name="Google Shape;524;g3d157f628d6_0_566"/>
          <p:cNvSpPr txBox="1"/>
          <p:nvPr/>
        </p:nvSpPr>
        <p:spPr>
          <a:xfrm>
            <a:off x="8757713" y="3071344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38 128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g3d157f628d6_0_566"/>
          <p:cNvSpPr txBox="1"/>
          <p:nvPr/>
        </p:nvSpPr>
        <p:spPr>
          <a:xfrm>
            <a:off x="8816522" y="3678682"/>
            <a:ext cx="30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liczba interakcji</a:t>
            </a:r>
            <a:endParaRPr/>
          </a:p>
        </p:txBody>
      </p:sp>
      <p:sp>
        <p:nvSpPr>
          <p:cNvPr id="526" name="Google Shape;526;g3d157f628d6_0_566"/>
          <p:cNvSpPr txBox="1"/>
          <p:nvPr/>
        </p:nvSpPr>
        <p:spPr>
          <a:xfrm>
            <a:off x="8816513" y="4049632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151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g3d157f628d6_0_566"/>
          <p:cNvSpPr txBox="1"/>
          <p:nvPr/>
        </p:nvSpPr>
        <p:spPr>
          <a:xfrm>
            <a:off x="8816522" y="4614907"/>
            <a:ext cx="30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rPr>
              <a:t>Średnia przyrost obserwujących</a:t>
            </a:r>
            <a:endParaRPr/>
          </a:p>
        </p:txBody>
      </p:sp>
      <p:sp>
        <p:nvSpPr>
          <p:cNvPr id="528" name="Google Shape;528;g3d157f628d6_0_566"/>
          <p:cNvSpPr txBox="1"/>
          <p:nvPr/>
        </p:nvSpPr>
        <p:spPr>
          <a:xfrm>
            <a:off x="8816513" y="5303469"/>
            <a:ext cx="212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Sora SemiBold"/>
                <a:ea typeface="Sora SemiBold"/>
                <a:cs typeface="Sora SemiBold"/>
                <a:sym typeface="Sora SemiBold"/>
              </a:rPr>
              <a:t>60</a:t>
            </a:r>
            <a:endParaRPr sz="280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29" name="Google Shape;529;g3d157f628d6_0_5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551" y="1699975"/>
            <a:ext cx="7045574" cy="4384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d157f628d6_0_5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550" y="1699978"/>
            <a:ext cx="7074916" cy="43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d157f628d6_0_566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532" name="Google Shape;532;g3d157f628d6_0_5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537;p25"/>
          <p:cNvGrpSpPr/>
          <p:nvPr/>
        </p:nvGrpSpPr>
        <p:grpSpPr>
          <a:xfrm>
            <a:off x="2143313" y="-1811127"/>
            <a:ext cx="7148883" cy="7144633"/>
            <a:chOff x="6959685" y="1701483"/>
            <a:chExt cx="5609595" cy="5606261"/>
          </a:xfrm>
        </p:grpSpPr>
        <p:sp>
          <p:nvSpPr>
            <p:cNvPr id="538" name="Google Shape;538;p25"/>
            <p:cNvSpPr/>
            <p:nvPr/>
          </p:nvSpPr>
          <p:spPr>
            <a:xfrm rot="-2160495">
              <a:off x="8943522" y="2472562"/>
              <a:ext cx="3315941" cy="2131655"/>
            </a:xfrm>
            <a:custGeom>
              <a:rect b="b" l="l" r="r" t="t"/>
              <a:pathLst>
                <a:path extrusionOk="0" h="21285" w="21600">
                  <a:moveTo>
                    <a:pt x="0" y="3065"/>
                  </a:moveTo>
                  <a:cubicBezTo>
                    <a:pt x="0" y="3065"/>
                    <a:pt x="3208" y="-315"/>
                    <a:pt x="6574" y="24"/>
                  </a:cubicBezTo>
                  <a:cubicBezTo>
                    <a:pt x="9941" y="363"/>
                    <a:pt x="17921" y="2108"/>
                    <a:pt x="19761" y="11697"/>
                  </a:cubicBezTo>
                  <a:cubicBezTo>
                    <a:pt x="21600" y="21285"/>
                    <a:pt x="21600" y="21285"/>
                    <a:pt x="21600" y="21285"/>
                  </a:cubicBezTo>
                </a:path>
              </a:pathLst>
            </a:custGeom>
            <a:noFill/>
            <a:ln cap="flat" cmpd="sng" w="127000">
              <a:solidFill>
                <a:srgbClr val="7F7F7F">
                  <a:alpha val="50196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539" name="Google Shape;539;p25"/>
            <p:cNvGrpSpPr/>
            <p:nvPr/>
          </p:nvGrpSpPr>
          <p:grpSpPr>
            <a:xfrm>
              <a:off x="6959685" y="2658857"/>
              <a:ext cx="5415094" cy="4648887"/>
              <a:chOff x="6959685" y="2658857"/>
              <a:chExt cx="5415094" cy="4648887"/>
            </a:xfrm>
          </p:grpSpPr>
          <p:sp>
            <p:nvSpPr>
              <p:cNvPr id="540" name="Google Shape;540;p25"/>
              <p:cNvSpPr/>
              <p:nvPr/>
            </p:nvSpPr>
            <p:spPr>
              <a:xfrm rot="-2928406">
                <a:off x="7709624" y="3446095"/>
                <a:ext cx="2935148" cy="3324864"/>
              </a:xfrm>
              <a:custGeom>
                <a:rect b="b" l="l" r="r" t="t"/>
                <a:pathLst>
                  <a:path extrusionOk="0" h="21600" w="21600">
                    <a:moveTo>
                      <a:pt x="14185" y="0"/>
                    </a:moveTo>
                    <a:lnTo>
                      <a:pt x="20449" y="3191"/>
                    </a:lnTo>
                    <a:lnTo>
                      <a:pt x="21600" y="7797"/>
                    </a:lnTo>
                    <a:lnTo>
                      <a:pt x="12497" y="21600"/>
                    </a:lnTo>
                    <a:lnTo>
                      <a:pt x="0" y="15144"/>
                    </a:lnTo>
                    <a:lnTo>
                      <a:pt x="9106" y="1358"/>
                    </a:lnTo>
                    <a:lnTo>
                      <a:pt x="1418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25400">
                <a:solidFill>
                  <a:srgbClr val="000000">
                    <a:alpha val="0"/>
                  </a:srgbClr>
                </a:solidFill>
                <a:prstDash val="solid"/>
                <a:miter lim="400000"/>
                <a:headEnd len="sm" w="sm" type="none"/>
                <a:tailEnd len="sm" w="sm" type="none"/>
              </a:ln>
              <a:effectLst>
                <a:outerShdw blurRad="444500" rotWithShape="0" algn="ctr" dir="3000000" dist="127000">
                  <a:srgbClr val="000000">
                    <a:alpha val="5098"/>
                  </a:srgb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6262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1" name="Google Shape;541;p25"/>
              <p:cNvSpPr/>
              <p:nvPr/>
            </p:nvSpPr>
            <p:spPr>
              <a:xfrm rot="3837120">
                <a:off x="8651782" y="3716170"/>
                <a:ext cx="327643" cy="327365"/>
              </a:xfrm>
              <a:custGeom>
                <a:rect b="b" l="l" r="r" t="t"/>
                <a:pathLst>
                  <a:path extrusionOk="0" h="19679" w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noFill/>
              <a:ln cap="flat" cmpd="sng" w="203200">
                <a:solidFill>
                  <a:srgbClr val="F2F2F2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6262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2" name="Google Shape;542;p25"/>
              <p:cNvSpPr/>
              <p:nvPr/>
            </p:nvSpPr>
            <p:spPr>
              <a:xfrm rot="1086696">
                <a:off x="8923182" y="3142228"/>
                <a:ext cx="3324541" cy="1347302"/>
              </a:xfrm>
              <a:custGeom>
                <a:rect b="b" l="l" r="r" t="t"/>
                <a:pathLst>
                  <a:path extrusionOk="0" h="21600" w="21373">
                    <a:moveTo>
                      <a:pt x="104" y="19475"/>
                    </a:moveTo>
                    <a:cubicBezTo>
                      <a:pt x="104" y="19475"/>
                      <a:pt x="-227" y="21600"/>
                      <a:pt x="292" y="21600"/>
                    </a:cubicBezTo>
                    <a:cubicBezTo>
                      <a:pt x="811" y="21600"/>
                      <a:pt x="6699" y="8200"/>
                      <a:pt x="11369" y="4452"/>
                    </a:cubicBezTo>
                    <a:cubicBezTo>
                      <a:pt x="16039" y="704"/>
                      <a:pt x="21373" y="0"/>
                      <a:pt x="21373" y="0"/>
                    </a:cubicBezTo>
                  </a:path>
                </a:pathLst>
              </a:custGeom>
              <a:noFill/>
              <a:ln cap="flat" cmpd="sng" w="127000">
                <a:solidFill>
                  <a:srgbClr val="3F3F3F">
                    <a:alpha val="10196"/>
                  </a:srgbClr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00">
                  <a:solidFill>
                    <a:srgbClr val="26262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3" name="Google Shape;543;p25"/>
              <p:cNvSpPr/>
              <p:nvPr/>
            </p:nvSpPr>
            <p:spPr>
              <a:xfrm rot="1086696">
                <a:off x="7904443" y="5435122"/>
                <a:ext cx="2610960" cy="1340685"/>
              </a:xfrm>
              <a:custGeom>
                <a:rect b="b" l="l" r="r" t="t"/>
                <a:pathLst>
                  <a:path extrusionOk="0" h="21600" w="21600">
                    <a:moveTo>
                      <a:pt x="1536" y="3921"/>
                    </a:moveTo>
                    <a:lnTo>
                      <a:pt x="8427" y="21600"/>
                    </a:lnTo>
                    <a:lnTo>
                      <a:pt x="21600" y="3084"/>
                    </a:lnTo>
                    <a:lnTo>
                      <a:pt x="20424" y="0"/>
                    </a:lnTo>
                    <a:lnTo>
                      <a:pt x="1297" y="0"/>
                    </a:lnTo>
                    <a:lnTo>
                      <a:pt x="0" y="0"/>
                    </a:lnTo>
                    <a:lnTo>
                      <a:pt x="1536" y="3921"/>
                    </a:lnTo>
                    <a:close/>
                  </a:path>
                </a:pathLst>
              </a:custGeom>
              <a:solidFill>
                <a:srgbClr val="F2F2F2">
                  <a:alpha val="67843"/>
                </a:srgbClr>
              </a:solidFill>
              <a:ln cap="flat" cmpd="sng" w="25400">
                <a:solidFill>
                  <a:srgbClr val="000000">
                    <a:alpha val="0"/>
                  </a:srgbClr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26262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4" name="Google Shape;544;p25"/>
              <p:cNvSpPr/>
              <p:nvPr/>
            </p:nvSpPr>
            <p:spPr>
              <a:xfrm rot="-1064063">
                <a:off x="8923191" y="4904763"/>
                <a:ext cx="738118" cy="753185"/>
              </a:xfrm>
              <a:custGeom>
                <a:rect b="b" l="l" r="r" t="t"/>
                <a:pathLst>
                  <a:path extrusionOk="0" h="21596" w="21600">
                    <a:moveTo>
                      <a:pt x="1173" y="5950"/>
                    </a:moveTo>
                    <a:cubicBezTo>
                      <a:pt x="3043" y="2301"/>
                      <a:pt x="6854" y="-1"/>
                      <a:pt x="11020" y="0"/>
                    </a:cubicBezTo>
                    <a:cubicBezTo>
                      <a:pt x="13990" y="0"/>
                      <a:pt x="16485" y="1069"/>
                      <a:pt x="18393" y="2813"/>
                    </a:cubicBezTo>
                    <a:lnTo>
                      <a:pt x="15234" y="5910"/>
                    </a:lnTo>
                    <a:cubicBezTo>
                      <a:pt x="14091" y="4840"/>
                      <a:pt x="12638" y="4295"/>
                      <a:pt x="11020" y="4295"/>
                    </a:cubicBezTo>
                    <a:cubicBezTo>
                      <a:pt x="8150" y="4295"/>
                      <a:pt x="5720" y="6195"/>
                      <a:pt x="4855" y="8747"/>
                    </a:cubicBezTo>
                    <a:cubicBezTo>
                      <a:pt x="4634" y="9395"/>
                      <a:pt x="4508" y="10086"/>
                      <a:pt x="4508" y="10798"/>
                    </a:cubicBezTo>
                    <a:cubicBezTo>
                      <a:pt x="4508" y="11511"/>
                      <a:pt x="4634" y="12202"/>
                      <a:pt x="4855" y="12850"/>
                    </a:cubicBezTo>
                    <a:cubicBezTo>
                      <a:pt x="5721" y="15403"/>
                      <a:pt x="8150" y="17302"/>
                      <a:pt x="11020" y="17302"/>
                    </a:cubicBezTo>
                    <a:cubicBezTo>
                      <a:pt x="12503" y="17302"/>
                      <a:pt x="13764" y="16919"/>
                      <a:pt x="14752" y="16271"/>
                    </a:cubicBezTo>
                    <a:cubicBezTo>
                      <a:pt x="15909" y="15525"/>
                      <a:pt x="16703" y="14347"/>
                      <a:pt x="16952" y="13012"/>
                    </a:cubicBezTo>
                    <a:lnTo>
                      <a:pt x="11020" y="13012"/>
                    </a:lnTo>
                    <a:lnTo>
                      <a:pt x="11020" y="8835"/>
                    </a:lnTo>
                    <a:lnTo>
                      <a:pt x="21399" y="8835"/>
                    </a:lnTo>
                    <a:cubicBezTo>
                      <a:pt x="21529" y="9542"/>
                      <a:pt x="21600" y="10278"/>
                      <a:pt x="21600" y="11044"/>
                    </a:cubicBezTo>
                    <a:cubicBezTo>
                      <a:pt x="21600" y="14333"/>
                      <a:pt x="20399" y="17101"/>
                      <a:pt x="18314" y="18980"/>
                    </a:cubicBezTo>
                    <a:cubicBezTo>
                      <a:pt x="16491" y="20630"/>
                      <a:pt x="13996" y="21597"/>
                      <a:pt x="11020" y="21597"/>
                    </a:cubicBezTo>
                    <a:cubicBezTo>
                      <a:pt x="4936" y="21599"/>
                      <a:pt x="2" y="16768"/>
                      <a:pt x="0" y="10807"/>
                    </a:cubicBezTo>
                    <a:cubicBezTo>
                      <a:pt x="0" y="10804"/>
                      <a:pt x="0" y="10801"/>
                      <a:pt x="0" y="10798"/>
                    </a:cubicBezTo>
                    <a:cubicBezTo>
                      <a:pt x="0" y="9056"/>
                      <a:pt x="425" y="7408"/>
                      <a:pt x="1173" y="5950"/>
                    </a:cubicBezTo>
                    <a:close/>
                  </a:path>
                </a:pathLst>
              </a:custGeom>
              <a:solidFill>
                <a:srgbClr val="000000">
                  <a:alpha val="10196"/>
                </a:srgbClr>
              </a:solidFill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545" name="Google Shape;545;p25"/>
          <p:cNvSpPr txBox="1"/>
          <p:nvPr/>
        </p:nvSpPr>
        <p:spPr>
          <a:xfrm>
            <a:off x="1228725" y="3905250"/>
            <a:ext cx="603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rPr>
              <a:t>Dziękujemy</a:t>
            </a:r>
            <a:endParaRPr sz="7200">
              <a:solidFill>
                <a:schemeClr val="dk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546" name="Google Shape;546;p25"/>
          <p:cNvSpPr/>
          <p:nvPr/>
        </p:nvSpPr>
        <p:spPr>
          <a:xfrm flipH="1" rot="263552">
            <a:off x="8935748" y="577160"/>
            <a:ext cx="3390469" cy="1132361"/>
          </a:xfrm>
          <a:custGeom>
            <a:rect b="b" l="l" r="r" t="t"/>
            <a:pathLst>
              <a:path extrusionOk="0" h="19810" w="21600">
                <a:moveTo>
                  <a:pt x="0" y="19810"/>
                </a:moveTo>
                <a:cubicBezTo>
                  <a:pt x="0" y="19810"/>
                  <a:pt x="3401" y="3560"/>
                  <a:pt x="11049" y="480"/>
                </a:cubicBezTo>
                <a:cubicBezTo>
                  <a:pt x="16688" y="-1790"/>
                  <a:pt x="21600" y="4722"/>
                  <a:pt x="21600" y="4722"/>
                </a:cubicBezTo>
              </a:path>
            </a:pathLst>
          </a:custGeom>
          <a:noFill/>
          <a:ln cap="flat" cmpd="sng" w="127000">
            <a:solidFill>
              <a:srgbClr val="7F7F7F">
                <a:alpha val="5019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47" name="Google Shape;547;p25"/>
          <p:cNvGrpSpPr/>
          <p:nvPr/>
        </p:nvGrpSpPr>
        <p:grpSpPr>
          <a:xfrm flipH="1" rot="-2486872">
            <a:off x="7342483" y="-501095"/>
            <a:ext cx="4258278" cy="4399832"/>
            <a:chOff x="0" y="0"/>
            <a:chExt cx="9553479" cy="9871056"/>
          </a:xfrm>
        </p:grpSpPr>
        <p:sp>
          <p:nvSpPr>
            <p:cNvPr id="548" name="Google Shape;548;p25"/>
            <p:cNvSpPr/>
            <p:nvPr/>
          </p:nvSpPr>
          <p:spPr>
            <a:xfrm rot="-1817131">
              <a:off x="1447521" y="1164265"/>
              <a:ext cx="6658436" cy="7542525"/>
            </a:xfrm>
            <a:custGeom>
              <a:rect b="b" l="l" r="r" t="t"/>
              <a:pathLst>
                <a:path extrusionOk="0" h="21600" w="21600">
                  <a:moveTo>
                    <a:pt x="14185" y="0"/>
                  </a:moveTo>
                  <a:lnTo>
                    <a:pt x="20449" y="3191"/>
                  </a:lnTo>
                  <a:lnTo>
                    <a:pt x="21600" y="7797"/>
                  </a:lnTo>
                  <a:lnTo>
                    <a:pt x="12497" y="21600"/>
                  </a:lnTo>
                  <a:lnTo>
                    <a:pt x="0" y="15144"/>
                  </a:lnTo>
                  <a:lnTo>
                    <a:pt x="9106" y="1358"/>
                  </a:lnTo>
                  <a:lnTo>
                    <a:pt x="1418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  <a:effectLst>
              <a:outerShdw blurRad="444500" rotWithShape="0" algn="ctr" dir="3000000" dist="127000">
                <a:srgbClr val="000000">
                  <a:alpha val="5098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9" name="Google Shape;549;p25"/>
            <p:cNvSpPr/>
            <p:nvPr/>
          </p:nvSpPr>
          <p:spPr>
            <a:xfrm>
              <a:off x="4525124" y="1786349"/>
              <a:ext cx="738676" cy="738049"/>
            </a:xfrm>
            <a:custGeom>
              <a:rect b="b" l="l" r="r" t="t"/>
              <a:pathLst>
                <a:path extrusionOk="0" h="19679" w="19679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cap="flat" cmpd="sng" w="203200">
              <a:solidFill>
                <a:srgbClr val="F2F2F2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50" name="Google Shape;550;p25"/>
          <p:cNvSpPr/>
          <p:nvPr/>
        </p:nvSpPr>
        <p:spPr>
          <a:xfrm flipH="1" rot="263552">
            <a:off x="8586846" y="-54207"/>
            <a:ext cx="3774603" cy="965571"/>
          </a:xfrm>
          <a:custGeom>
            <a:rect b="b" l="l" r="r" t="t"/>
            <a:pathLst>
              <a:path extrusionOk="0" h="13494" w="21466">
                <a:moveTo>
                  <a:pt x="20672" y="13194"/>
                </a:moveTo>
                <a:cubicBezTo>
                  <a:pt x="20672" y="13194"/>
                  <a:pt x="21327" y="14026"/>
                  <a:pt x="21463" y="12915"/>
                </a:cubicBezTo>
                <a:cubicBezTo>
                  <a:pt x="21600" y="11803"/>
                  <a:pt x="16869" y="-7574"/>
                  <a:pt x="0" y="3302"/>
                </a:cubicBezTo>
              </a:path>
            </a:pathLst>
          </a:custGeom>
          <a:noFill/>
          <a:ln cap="flat" cmpd="sng" w="127000">
            <a:solidFill>
              <a:srgbClr val="3F3F3F">
                <a:alpha val="1019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1" name="Google Shape;551;p25"/>
          <p:cNvSpPr/>
          <p:nvPr/>
        </p:nvSpPr>
        <p:spPr>
          <a:xfrm flipH="1" rot="-669967">
            <a:off x="8142554" y="1292079"/>
            <a:ext cx="2955116" cy="2088133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2678" y="21600"/>
                </a:lnTo>
                <a:lnTo>
                  <a:pt x="0" y="11075"/>
                </a:lnTo>
                <a:lnTo>
                  <a:pt x="1405" y="7959"/>
                </a:lnTo>
                <a:lnTo>
                  <a:pt x="21600" y="0"/>
                </a:lnTo>
                <a:close/>
              </a:path>
            </a:pathLst>
          </a:custGeom>
          <a:solidFill>
            <a:srgbClr val="F2F2F2">
              <a:alpha val="40000"/>
            </a:srgbClr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6262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2" name="Google Shape;552;p25"/>
          <p:cNvSpPr/>
          <p:nvPr/>
        </p:nvSpPr>
        <p:spPr>
          <a:xfrm flipH="1" rot="-2232150">
            <a:off x="9000427" y="1395161"/>
            <a:ext cx="930904" cy="756881"/>
          </a:xfrm>
          <a:custGeom>
            <a:rect b="b" l="l" r="r" t="t"/>
            <a:pathLst>
              <a:path extrusionOk="0" h="21026" w="21600">
                <a:moveTo>
                  <a:pt x="21599" y="2496"/>
                </a:moveTo>
                <a:cubicBezTo>
                  <a:pt x="20790" y="2925"/>
                  <a:pt x="19932" y="3206"/>
                  <a:pt x="19054" y="3331"/>
                </a:cubicBezTo>
                <a:cubicBezTo>
                  <a:pt x="19980" y="2668"/>
                  <a:pt x="20672" y="1625"/>
                  <a:pt x="21003" y="396"/>
                </a:cubicBezTo>
                <a:cubicBezTo>
                  <a:pt x="20135" y="1015"/>
                  <a:pt x="19182" y="1448"/>
                  <a:pt x="18189" y="1683"/>
                </a:cubicBezTo>
                <a:cubicBezTo>
                  <a:pt x="16518" y="-458"/>
                  <a:pt x="13714" y="-571"/>
                  <a:pt x="11926" y="1430"/>
                </a:cubicBezTo>
                <a:cubicBezTo>
                  <a:pt x="10765" y="2728"/>
                  <a:pt x="10274" y="4671"/>
                  <a:pt x="10638" y="6522"/>
                </a:cubicBezTo>
                <a:cubicBezTo>
                  <a:pt x="7074" y="6308"/>
                  <a:pt x="3754" y="4293"/>
                  <a:pt x="1504" y="978"/>
                </a:cubicBezTo>
                <a:cubicBezTo>
                  <a:pt x="1110" y="1788"/>
                  <a:pt x="903" y="2709"/>
                  <a:pt x="904" y="3646"/>
                </a:cubicBezTo>
                <a:cubicBezTo>
                  <a:pt x="904" y="5485"/>
                  <a:pt x="1686" y="7110"/>
                  <a:pt x="2875" y="8062"/>
                </a:cubicBezTo>
                <a:cubicBezTo>
                  <a:pt x="2171" y="8035"/>
                  <a:pt x="1483" y="7808"/>
                  <a:pt x="868" y="7399"/>
                </a:cubicBezTo>
                <a:lnTo>
                  <a:pt x="868" y="7464"/>
                </a:lnTo>
                <a:cubicBezTo>
                  <a:pt x="868" y="9990"/>
                  <a:pt x="2355" y="12166"/>
                  <a:pt x="4423" y="12667"/>
                </a:cubicBezTo>
                <a:cubicBezTo>
                  <a:pt x="3770" y="12879"/>
                  <a:pt x="3085" y="12910"/>
                  <a:pt x="2420" y="12759"/>
                </a:cubicBezTo>
                <a:cubicBezTo>
                  <a:pt x="3000" y="14921"/>
                  <a:pt x="4664" y="16402"/>
                  <a:pt x="6560" y="16444"/>
                </a:cubicBezTo>
                <a:cubicBezTo>
                  <a:pt x="4704" y="18190"/>
                  <a:pt x="2344" y="18980"/>
                  <a:pt x="0" y="18641"/>
                </a:cubicBezTo>
                <a:cubicBezTo>
                  <a:pt x="2026" y="20201"/>
                  <a:pt x="4384" y="21029"/>
                  <a:pt x="6792" y="21026"/>
                </a:cubicBezTo>
                <a:cubicBezTo>
                  <a:pt x="14944" y="21026"/>
                  <a:pt x="19402" y="12941"/>
                  <a:pt x="19402" y="5929"/>
                </a:cubicBezTo>
                <a:cubicBezTo>
                  <a:pt x="19402" y="5701"/>
                  <a:pt x="19397" y="5470"/>
                  <a:pt x="19388" y="5244"/>
                </a:cubicBezTo>
                <a:cubicBezTo>
                  <a:pt x="20256" y="4493"/>
                  <a:pt x="21005" y="3563"/>
                  <a:pt x="21600" y="2498"/>
                </a:cubicBezTo>
                <a:close/>
              </a:path>
            </a:pathLst>
          </a:custGeom>
          <a:solidFill>
            <a:srgbClr val="000000">
              <a:alpha val="10196"/>
            </a:srgbClr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479425" y="0"/>
            <a:ext cx="1164300" cy="116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50" rotWithShape="0" algn="bl" dir="8760000" dist="114300">
              <a:srgbClr val="000000">
                <a:alpha val="13000"/>
              </a:srgbClr>
            </a:outerShdw>
          </a:effectLst>
        </p:spPr>
        <p:txBody>
          <a:bodyPr anchorCtr="0" anchor="ctr" bIns="106875" lIns="106875" spcFirstLastPara="1" rIns="106875" wrap="square" tIns="10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/>
          </a:p>
        </p:txBody>
      </p:sp>
      <p:pic>
        <p:nvPicPr>
          <p:cNvPr id="554" name="Google Shape;5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73" y="233862"/>
            <a:ext cx="696625" cy="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Desain Grafi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E3DF2"/>
      </a:accent1>
      <a:accent2>
        <a:srgbClr val="FD5EA8"/>
      </a:accent2>
      <a:accent3>
        <a:srgbClr val="00DCBA"/>
      </a:accent3>
      <a:accent4>
        <a:srgbClr val="FDBF21"/>
      </a:accent4>
      <a:accent5>
        <a:srgbClr val="4E3F9C"/>
      </a:accent5>
      <a:accent6>
        <a:srgbClr val="415A7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2025-03-25T02:08:08Z</dcterms:created>
  <dc:creator>ahmad nabil</dc:creator>
</cp:coreProperties>
</file>